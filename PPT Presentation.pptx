
<file path=[Content_Types].xml><?xml version="1.0" encoding="utf-8"?>
<Types xmlns="http://schemas.openxmlformats.org/package/2006/content-types">
  <Default Extension="emf" ContentType="image/x-emf"/>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4" r:id="rId1"/>
  </p:sldMasterIdLst>
  <p:notesMasterIdLst>
    <p:notesMasterId r:id="rId66"/>
  </p:notesMasterIdLst>
  <p:sldIdLst>
    <p:sldId id="257" r:id="rId2"/>
    <p:sldId id="258" r:id="rId3"/>
    <p:sldId id="323" r:id="rId4"/>
    <p:sldId id="259" r:id="rId5"/>
    <p:sldId id="260" r:id="rId6"/>
    <p:sldId id="261" r:id="rId7"/>
    <p:sldId id="263" r:id="rId8"/>
    <p:sldId id="262"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322" r:id="rId26"/>
    <p:sldId id="284" r:id="rId27"/>
    <p:sldId id="285" r:id="rId28"/>
    <p:sldId id="286" r:id="rId29"/>
    <p:sldId id="287" r:id="rId30"/>
    <p:sldId id="288" r:id="rId31"/>
    <p:sldId id="289" r:id="rId32"/>
    <p:sldId id="290" r:id="rId33"/>
    <p:sldId id="291" r:id="rId34"/>
    <p:sldId id="292" r:id="rId35"/>
    <p:sldId id="293" r:id="rId36"/>
    <p:sldId id="294" r:id="rId37"/>
    <p:sldId id="295" r:id="rId38"/>
    <p:sldId id="296" r:id="rId39"/>
    <p:sldId id="297" r:id="rId40"/>
    <p:sldId id="298" r:id="rId41"/>
    <p:sldId id="299" r:id="rId42"/>
    <p:sldId id="300" r:id="rId43"/>
    <p:sldId id="301" r:id="rId44"/>
    <p:sldId id="302" r:id="rId45"/>
    <p:sldId id="303" r:id="rId46"/>
    <p:sldId id="304" r:id="rId47"/>
    <p:sldId id="305" r:id="rId48"/>
    <p:sldId id="306" r:id="rId49"/>
    <p:sldId id="307" r:id="rId50"/>
    <p:sldId id="308" r:id="rId51"/>
    <p:sldId id="309" r:id="rId52"/>
    <p:sldId id="310" r:id="rId53"/>
    <p:sldId id="311" r:id="rId54"/>
    <p:sldId id="312" r:id="rId55"/>
    <p:sldId id="313" r:id="rId56"/>
    <p:sldId id="314" r:id="rId57"/>
    <p:sldId id="315" r:id="rId58"/>
    <p:sldId id="316" r:id="rId59"/>
    <p:sldId id="317" r:id="rId60"/>
    <p:sldId id="318" r:id="rId61"/>
    <p:sldId id="319" r:id="rId62"/>
    <p:sldId id="320" r:id="rId63"/>
    <p:sldId id="321" r:id="rId64"/>
    <p:sldId id="280" r:id="rId6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86" d="100"/>
          <a:sy n="86" d="100"/>
        </p:scale>
        <p:origin x="56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C5B390-AB1E-4F92-AABE-8A9D895E39BA}" type="datetimeFigureOut">
              <a:rPr lang="en-IN" smtClean="0"/>
              <a:t>30-07-2021</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5EAD4B-E808-4C5E-9494-39E80984A507}" type="slidenum">
              <a:rPr lang="en-IN" smtClean="0"/>
              <a:t>‹#›</a:t>
            </a:fld>
            <a:endParaRPr lang="en-IN"/>
          </a:p>
        </p:txBody>
      </p:sp>
    </p:spTree>
    <p:extLst>
      <p:ext uri="{BB962C8B-B14F-4D97-AF65-F5344CB8AC3E}">
        <p14:creationId xmlns:p14="http://schemas.microsoft.com/office/powerpoint/2010/main" val="18833556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6566F10-C6CC-425A-AB05-B4FA1E4459B7}" type="datetime1">
              <a:rPr lang="en-IN" smtClean="0"/>
              <a:t>30-07-2021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54A08B0-5A9A-4946-919B-A6856108856E}" type="slidenum">
              <a:rPr lang="en-IN" smtClean="0"/>
              <a:t>‹#›</a:t>
            </a:fld>
            <a:endParaRPr lang="en-IN"/>
          </a:p>
        </p:txBody>
      </p:sp>
    </p:spTree>
    <p:extLst>
      <p:ext uri="{BB962C8B-B14F-4D97-AF65-F5344CB8AC3E}">
        <p14:creationId xmlns:p14="http://schemas.microsoft.com/office/powerpoint/2010/main" val="42004381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D550B5D-DEB4-4DD5-A515-652EDA5FB4D7}" type="datetime1">
              <a:rPr lang="en-IN" smtClean="0"/>
              <a:t>30-07-2021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54A08B0-5A9A-4946-919B-A6856108856E}" type="slidenum">
              <a:rPr lang="en-IN" smtClean="0"/>
              <a:t>‹#›</a:t>
            </a:fld>
            <a:endParaRPr lang="en-IN"/>
          </a:p>
        </p:txBody>
      </p:sp>
    </p:spTree>
    <p:extLst>
      <p:ext uri="{BB962C8B-B14F-4D97-AF65-F5344CB8AC3E}">
        <p14:creationId xmlns:p14="http://schemas.microsoft.com/office/powerpoint/2010/main" val="4389948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BC9E844-01D9-4CCE-9D67-3BAECA329B9D}" type="datetime1">
              <a:rPr lang="en-IN" smtClean="0"/>
              <a:t>30-07-2021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54A08B0-5A9A-4946-919B-A6856108856E}" type="slidenum">
              <a:rPr lang="en-IN" smtClean="0"/>
              <a:t>‹#›</a:t>
            </a:fld>
            <a:endParaRPr lang="en-IN"/>
          </a:p>
        </p:txBody>
      </p:sp>
    </p:spTree>
    <p:extLst>
      <p:ext uri="{BB962C8B-B14F-4D97-AF65-F5344CB8AC3E}">
        <p14:creationId xmlns:p14="http://schemas.microsoft.com/office/powerpoint/2010/main" val="6330764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2686468-FDCE-4ECE-8BAB-981E1091583F}" type="datetime1">
              <a:rPr lang="en-IN" smtClean="0"/>
              <a:t>30-07-2021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54A08B0-5A9A-4946-919B-A6856108856E}" type="slidenum">
              <a:rPr lang="en-IN" smtClean="0"/>
              <a:t>‹#›</a:t>
            </a:fld>
            <a:endParaRPr lang="en-IN"/>
          </a:p>
        </p:txBody>
      </p:sp>
    </p:spTree>
    <p:extLst>
      <p:ext uri="{BB962C8B-B14F-4D97-AF65-F5344CB8AC3E}">
        <p14:creationId xmlns:p14="http://schemas.microsoft.com/office/powerpoint/2010/main" val="954052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6FBAE29-7906-43DE-98C6-B12225B3E413}" type="datetime1">
              <a:rPr lang="en-IN" smtClean="0"/>
              <a:t>30-07-2021</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54A08B0-5A9A-4946-919B-A6856108856E}" type="slidenum">
              <a:rPr lang="en-IN" smtClean="0"/>
              <a:t>‹#›</a:t>
            </a:fld>
            <a:endParaRPr lang="en-IN"/>
          </a:p>
        </p:txBody>
      </p:sp>
    </p:spTree>
    <p:extLst>
      <p:ext uri="{BB962C8B-B14F-4D97-AF65-F5344CB8AC3E}">
        <p14:creationId xmlns:p14="http://schemas.microsoft.com/office/powerpoint/2010/main" val="38260199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1EEC8C2-8EBF-4842-840D-9C548ACAED15}" type="datetime1">
              <a:rPr lang="en-IN" smtClean="0"/>
              <a:t>30-07-2021</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54A08B0-5A9A-4946-919B-A6856108856E}" type="slidenum">
              <a:rPr lang="en-IN" smtClean="0"/>
              <a:t>‹#›</a:t>
            </a:fld>
            <a:endParaRPr lang="en-IN"/>
          </a:p>
        </p:txBody>
      </p:sp>
    </p:spTree>
    <p:extLst>
      <p:ext uri="{BB962C8B-B14F-4D97-AF65-F5344CB8AC3E}">
        <p14:creationId xmlns:p14="http://schemas.microsoft.com/office/powerpoint/2010/main" val="6591885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8AF86AB-6652-4249-802B-E490E35182C4}" type="datetime1">
              <a:rPr lang="en-IN" smtClean="0"/>
              <a:t>30-07-2021</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54A08B0-5A9A-4946-919B-A6856108856E}" type="slidenum">
              <a:rPr lang="en-IN" smtClean="0"/>
              <a:t>‹#›</a:t>
            </a:fld>
            <a:endParaRPr lang="en-IN"/>
          </a:p>
        </p:txBody>
      </p:sp>
    </p:spTree>
    <p:extLst>
      <p:ext uri="{BB962C8B-B14F-4D97-AF65-F5344CB8AC3E}">
        <p14:creationId xmlns:p14="http://schemas.microsoft.com/office/powerpoint/2010/main" val="39096792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B40FEE2-E1CC-499F-8A76-5D9B5737A6EB}" type="datetime1">
              <a:rPr lang="en-IN" smtClean="0"/>
              <a:t>30-07-2021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54A08B0-5A9A-4946-919B-A6856108856E}" type="slidenum">
              <a:rPr lang="en-IN" smtClean="0"/>
              <a:t>‹#›</a:t>
            </a:fld>
            <a:endParaRPr lang="en-IN"/>
          </a:p>
        </p:txBody>
      </p:sp>
    </p:spTree>
    <p:extLst>
      <p:ext uri="{BB962C8B-B14F-4D97-AF65-F5344CB8AC3E}">
        <p14:creationId xmlns:p14="http://schemas.microsoft.com/office/powerpoint/2010/main" val="18370022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51AF0A6-CF8E-477E-9948-3794DDE60DCD}" type="datetime1">
              <a:rPr lang="en-IN" smtClean="0"/>
              <a:t>30-07-2021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54A08B0-5A9A-4946-919B-A6856108856E}" type="slidenum">
              <a:rPr lang="en-IN" smtClean="0"/>
              <a:t>‹#›</a:t>
            </a:fld>
            <a:endParaRPr lang="en-IN"/>
          </a:p>
        </p:txBody>
      </p:sp>
    </p:spTree>
    <p:extLst>
      <p:ext uri="{BB962C8B-B14F-4D97-AF65-F5344CB8AC3E}">
        <p14:creationId xmlns:p14="http://schemas.microsoft.com/office/powerpoint/2010/main" val="4608442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1EB1FB1-9F63-4CDA-B080-BE146E199F14}" type="datetime1">
              <a:rPr lang="en-IN" smtClean="0"/>
              <a:t>30-07-2021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54A08B0-5A9A-4946-919B-A6856108856E}" type="slidenum">
              <a:rPr lang="en-IN" smtClean="0"/>
              <a:t>‹#›</a:t>
            </a:fld>
            <a:endParaRPr lang="en-IN"/>
          </a:p>
        </p:txBody>
      </p:sp>
    </p:spTree>
    <p:extLst>
      <p:ext uri="{BB962C8B-B14F-4D97-AF65-F5344CB8AC3E}">
        <p14:creationId xmlns:p14="http://schemas.microsoft.com/office/powerpoint/2010/main" val="38613128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629D4E-D8C8-47A0-BA20-7806819ED40A}" type="datetime1">
              <a:rPr lang="en-IN" smtClean="0"/>
              <a:t>30-07-2021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54A08B0-5A9A-4946-919B-A6856108856E}"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6512997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577014C-4C98-4A1C-B629-0F79C527640B}" type="datetime1">
              <a:rPr lang="en-IN" smtClean="0"/>
              <a:t>30-07-2021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54A08B0-5A9A-4946-919B-A6856108856E}" type="slidenum">
              <a:rPr lang="en-IN" smtClean="0"/>
              <a:t>‹#›</a:t>
            </a:fld>
            <a:endParaRPr lang="en-IN"/>
          </a:p>
        </p:txBody>
      </p:sp>
    </p:spTree>
    <p:extLst>
      <p:ext uri="{BB962C8B-B14F-4D97-AF65-F5344CB8AC3E}">
        <p14:creationId xmlns:p14="http://schemas.microsoft.com/office/powerpoint/2010/main" val="41632691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BC860E5-EF8A-4E93-8526-7B80E54276EB}" type="datetime1">
              <a:rPr lang="en-IN" smtClean="0"/>
              <a:t>30-07-2021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54A08B0-5A9A-4946-919B-A6856108856E}"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5116635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87E768F-5B4F-4E5D-B6C7-EA83C6D0475A}" type="datetime1">
              <a:rPr lang="en-IN" smtClean="0"/>
              <a:t>30-07-2021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54A08B0-5A9A-4946-919B-A6856108856E}" type="slidenum">
              <a:rPr lang="en-IN" smtClean="0"/>
              <a:t>‹#›</a:t>
            </a:fld>
            <a:endParaRPr lang="en-IN"/>
          </a:p>
        </p:txBody>
      </p:sp>
    </p:spTree>
    <p:extLst>
      <p:ext uri="{BB962C8B-B14F-4D97-AF65-F5344CB8AC3E}">
        <p14:creationId xmlns:p14="http://schemas.microsoft.com/office/powerpoint/2010/main" val="2271794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71D110-14F7-464F-BB50-DB1CF2E36616}" type="datetime1">
              <a:rPr lang="en-IN" smtClean="0"/>
              <a:t>30-07-2021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54A08B0-5A9A-4946-919B-A6856108856E}" type="slidenum">
              <a:rPr lang="en-IN" smtClean="0"/>
              <a:t>‹#›</a:t>
            </a:fld>
            <a:endParaRPr lang="en-IN"/>
          </a:p>
        </p:txBody>
      </p:sp>
    </p:spTree>
    <p:extLst>
      <p:ext uri="{BB962C8B-B14F-4D97-AF65-F5344CB8AC3E}">
        <p14:creationId xmlns:p14="http://schemas.microsoft.com/office/powerpoint/2010/main" val="4560262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8E111E-80F5-4785-ADF6-E4E7FD1D7476}" type="datetime1">
              <a:rPr lang="en-IN" smtClean="0"/>
              <a:t>30-07-2021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54A08B0-5A9A-4946-919B-A6856108856E}" type="slidenum">
              <a:rPr lang="en-IN" smtClean="0"/>
              <a:t>‹#›</a:t>
            </a:fld>
            <a:endParaRPr lang="en-IN"/>
          </a:p>
        </p:txBody>
      </p:sp>
    </p:spTree>
    <p:extLst>
      <p:ext uri="{BB962C8B-B14F-4D97-AF65-F5344CB8AC3E}">
        <p14:creationId xmlns:p14="http://schemas.microsoft.com/office/powerpoint/2010/main" val="12172205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402080E-1BFB-4922-93D0-858DB99DC877}" type="datetime1">
              <a:rPr lang="en-IN" smtClean="0"/>
              <a:t>30-07-2021</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B54A08B0-5A9A-4946-919B-A6856108856E}" type="slidenum">
              <a:rPr lang="en-IN" smtClean="0"/>
              <a:t>‹#›</a:t>
            </a:fld>
            <a:endParaRPr lang="en-IN"/>
          </a:p>
        </p:txBody>
      </p:sp>
    </p:spTree>
    <p:extLst>
      <p:ext uri="{BB962C8B-B14F-4D97-AF65-F5344CB8AC3E}">
        <p14:creationId xmlns:p14="http://schemas.microsoft.com/office/powerpoint/2010/main" val="287145443"/>
      </p:ext>
    </p:extLst>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 id="2147483766" r:id="rId12"/>
    <p:sldLayoutId id="2147483767" r:id="rId13"/>
    <p:sldLayoutId id="2147483768" r:id="rId14"/>
    <p:sldLayoutId id="2147483769" r:id="rId15"/>
    <p:sldLayoutId id="2147483770" r:id="rId16"/>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www.tutorialspoint.com/" TargetMode="External"/><Relationship Id="rId1" Type="http://schemas.openxmlformats.org/officeDocument/2006/relationships/slideLayout" Target="../slideLayouts/slideLayout7.xml"/><Relationship Id="rId4" Type="http://schemas.openxmlformats.org/officeDocument/2006/relationships/image" Target="../media/image9.jp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emf"/><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databases.about.com/od/specificproducts/a/Database-Relationships-An-Introduction-To-Foreign-Keys-Joins-And-E-R-Diagrams.htm" TargetMode="Externa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0.emf"/><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1.emf"/><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2.emf"/><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3.emf"/><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4.emf"/><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5.emf"/><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6.emf"/><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7.emf"/><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42.emf"/><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43.emf"/><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51000"/>
            <a:lum/>
          </a:blip>
          <a:srcRect/>
          <a:stretch>
            <a:fillRect t="-17000" b="-17000"/>
          </a:stretch>
        </a:blip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72ADE81-A8E8-48AD-9C29-DB63629F168F}"/>
              </a:ext>
            </a:extLst>
          </p:cNvPr>
          <p:cNvSpPr/>
          <p:nvPr/>
        </p:nvSpPr>
        <p:spPr>
          <a:xfrm>
            <a:off x="609599" y="371061"/>
            <a:ext cx="11317357" cy="4344651"/>
          </a:xfrm>
          <a:prstGeom prst="rect">
            <a:avLst/>
          </a:prstGeom>
        </p:spPr>
        <p:txBody>
          <a:bodyPr wrap="square">
            <a:spAutoFit/>
          </a:bodyPr>
          <a:lstStyle/>
          <a:p>
            <a:pPr>
              <a:lnSpc>
                <a:spcPct val="107000"/>
              </a:lnSpc>
              <a:spcAft>
                <a:spcPts val="800"/>
              </a:spcAft>
            </a:pPr>
            <a:r>
              <a:rPr lang="en-IN" sz="2500" b="1" dirty="0">
                <a:latin typeface="Times New Roman" panose="02020603050405020304" pitchFamily="18" charset="0"/>
                <a:ea typeface="Calibri" panose="020F0502020204030204" pitchFamily="34" charset="0"/>
                <a:cs typeface="Times New Roman" panose="02020603050405020304" pitchFamily="18" charset="0"/>
              </a:rPr>
              <a:t>			</a:t>
            </a:r>
            <a:r>
              <a:rPr lang="en-IN" sz="2500" dirty="0">
                <a:latin typeface="Times New Roman" panose="02020603050405020304" pitchFamily="18" charset="0"/>
                <a:ea typeface="Calibri" panose="020F0502020204030204" pitchFamily="34" charset="0"/>
                <a:cs typeface="Times New Roman" panose="02020603050405020304" pitchFamily="18" charset="0"/>
              </a:rPr>
              <a:t>	</a:t>
            </a:r>
          </a:p>
          <a:p>
            <a:pPr>
              <a:lnSpc>
                <a:spcPct val="107000"/>
              </a:lnSpc>
              <a:spcAft>
                <a:spcPts val="800"/>
              </a:spcAft>
            </a:pPr>
            <a:r>
              <a:rPr lang="en-IN" sz="2500" b="1" dirty="0">
                <a:latin typeface="Times New Roman" panose="02020603050405020304" pitchFamily="18" charset="0"/>
                <a:ea typeface="Calibri" panose="020F0502020204030204" pitchFamily="34" charset="0"/>
                <a:cs typeface="Times New Roman" panose="02020603050405020304" pitchFamily="18" charset="0"/>
              </a:rPr>
              <a:t>		</a:t>
            </a:r>
          </a:p>
          <a:p>
            <a:pPr>
              <a:lnSpc>
                <a:spcPct val="107000"/>
              </a:lnSpc>
              <a:spcAft>
                <a:spcPts val="800"/>
              </a:spcAft>
            </a:pPr>
            <a:endParaRPr lang="en-IN" sz="2500" b="1" u="sng"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7000"/>
              </a:lnSpc>
              <a:spcAft>
                <a:spcPts val="800"/>
              </a:spcAft>
            </a:pPr>
            <a:r>
              <a:rPr lang="en-IN" sz="3200" b="1" u="sng" dirty="0">
                <a:latin typeface="Times New Roman" panose="02020603050405020304" pitchFamily="18" charset="0"/>
                <a:ea typeface="Calibri" panose="020F0502020204030204" pitchFamily="34" charset="0"/>
                <a:cs typeface="Times New Roman" panose="02020603050405020304" pitchFamily="18" charset="0"/>
              </a:rPr>
              <a:t>Project Title:</a:t>
            </a:r>
            <a:endParaRPr lang="en-IN" sz="32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IN" sz="2500" b="1" dirty="0">
                <a:latin typeface="Times New Roman" panose="02020603050405020304" pitchFamily="18" charset="0"/>
                <a:ea typeface="Calibri" panose="020F0502020204030204" pitchFamily="34" charset="0"/>
                <a:cs typeface="Times New Roman" panose="02020603050405020304" pitchFamily="18" charset="0"/>
              </a:rPr>
              <a:t>        		</a:t>
            </a:r>
            <a:r>
              <a:rPr lang="en-IN" sz="5000" b="1" dirty="0">
                <a:latin typeface="Times New Roman" panose="02020603050405020304" pitchFamily="18" charset="0"/>
                <a:ea typeface="Calibri" panose="020F0502020204030204" pitchFamily="34" charset="0"/>
                <a:cs typeface="Times New Roman" panose="02020603050405020304" pitchFamily="18" charset="0"/>
              </a:rPr>
              <a:t>RTO Management System</a:t>
            </a:r>
            <a:endParaRPr lang="en-IN" sz="5000" dirty="0">
              <a:latin typeface="Times New Roman" panose="02020603050405020304" pitchFamily="18" charset="0"/>
              <a:ea typeface="Calibri" panose="020F0502020204030204" pitchFamily="34" charset="0"/>
              <a:cs typeface="Times New Roman" panose="02020603050405020304" pitchFamily="18" charset="0"/>
            </a:endParaRPr>
          </a:p>
          <a:p>
            <a:pPr>
              <a:spcAft>
                <a:spcPts val="0"/>
              </a:spcAft>
            </a:pPr>
            <a:r>
              <a:rPr lang="en-IN" sz="2500" b="1" dirty="0">
                <a:latin typeface="Times New Roman" panose="02020603050405020304" pitchFamily="18" charset="0"/>
                <a:cs typeface="Times New Roman" panose="02020603050405020304" pitchFamily="18" charset="0"/>
              </a:rPr>
              <a:t> </a:t>
            </a:r>
            <a:endParaRPr lang="en-IN" sz="2500" dirty="0">
              <a:latin typeface="Times New Roman" panose="02020603050405020304" pitchFamily="18" charset="0"/>
              <a:cs typeface="Times New Roman" panose="02020603050405020304" pitchFamily="18" charset="0"/>
            </a:endParaRPr>
          </a:p>
          <a:p>
            <a:pPr marL="3658235" indent="457200"/>
            <a:endParaRPr lang="en-IN" sz="2500" b="1" u="sng" dirty="0">
              <a:latin typeface="Times New Roman" panose="02020603050405020304" pitchFamily="18" charset="0"/>
              <a:cs typeface="Times New Roman" panose="02020603050405020304" pitchFamily="18" charset="0"/>
            </a:endParaRPr>
          </a:p>
          <a:p>
            <a:pPr marL="3658235" indent="457200"/>
            <a:r>
              <a:rPr lang="en-IN" sz="2500" b="1" dirty="0">
                <a:latin typeface="Times New Roman" panose="02020603050405020304" pitchFamily="18" charset="0"/>
                <a:cs typeface="Times New Roman" panose="02020603050405020304" pitchFamily="18" charset="0"/>
              </a:rPr>
              <a:t>						</a:t>
            </a:r>
            <a:endParaRPr lang="en-IN" sz="3200" dirty="0">
              <a:effectLst/>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344BD2C1-C54C-4E10-86EB-5E0DAE806894}"/>
              </a:ext>
            </a:extLst>
          </p:cNvPr>
          <p:cNvSpPr>
            <a:spLocks noGrp="1"/>
          </p:cNvSpPr>
          <p:nvPr>
            <p:ph type="sldNum" sz="quarter" idx="12"/>
          </p:nvPr>
        </p:nvSpPr>
        <p:spPr>
          <a:xfrm>
            <a:off x="11136573" y="6304376"/>
            <a:ext cx="790383" cy="365125"/>
          </a:xfrm>
        </p:spPr>
        <p:txBody>
          <a:bodyPr/>
          <a:lstStyle/>
          <a:p>
            <a:r>
              <a:rPr lang="en-IN" sz="1050" b="1" dirty="0">
                <a:solidFill>
                  <a:schemeClr val="tx1">
                    <a:lumMod val="95000"/>
                    <a:lumOff val="5000"/>
                  </a:schemeClr>
                </a:solidFill>
                <a:latin typeface="Times New Roman" panose="02020603050405020304" pitchFamily="18" charset="0"/>
                <a:cs typeface="Times New Roman" panose="02020603050405020304" pitchFamily="18" charset="0"/>
              </a:rPr>
              <a:t>PG NO: </a:t>
            </a:r>
            <a:fld id="{B54A08B0-5A9A-4946-919B-A6856108856E}" type="slidenum">
              <a:rPr lang="en-IN" sz="1050" b="1" smtClean="0">
                <a:solidFill>
                  <a:schemeClr val="tx1">
                    <a:lumMod val="95000"/>
                    <a:lumOff val="5000"/>
                  </a:schemeClr>
                </a:solidFill>
                <a:latin typeface="Times New Roman" panose="02020603050405020304" pitchFamily="18" charset="0"/>
                <a:cs typeface="Times New Roman" panose="02020603050405020304" pitchFamily="18" charset="0"/>
              </a:rPr>
              <a:t>1</a:t>
            </a:fld>
            <a:endParaRPr lang="en-IN" sz="105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046937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E7AAB-54AB-4447-8382-EBE423FD073E}"/>
              </a:ext>
            </a:extLst>
          </p:cNvPr>
          <p:cNvSpPr>
            <a:spLocks noGrp="1"/>
          </p:cNvSpPr>
          <p:nvPr>
            <p:ph type="title"/>
          </p:nvPr>
        </p:nvSpPr>
        <p:spPr>
          <a:xfrm>
            <a:off x="677334" y="0"/>
            <a:ext cx="8596668" cy="816638"/>
          </a:xfrm>
        </p:spPr>
        <p:txBody>
          <a:bodyPr>
            <a:normAutofit/>
          </a:bodyPr>
          <a:lstStyle/>
          <a:p>
            <a:r>
              <a:rPr lang="en-IN" sz="4400" dirty="0">
                <a:latin typeface="Times New Roman" panose="02020603050405020304" pitchFamily="18" charset="0"/>
                <a:cs typeface="Times New Roman" panose="02020603050405020304" pitchFamily="18" charset="0"/>
              </a:rPr>
              <a:t>							INDEX</a:t>
            </a:r>
          </a:p>
        </p:txBody>
      </p:sp>
      <p:sp>
        <p:nvSpPr>
          <p:cNvPr id="5" name="Content Placeholder 4">
            <a:extLst>
              <a:ext uri="{FF2B5EF4-FFF2-40B4-BE49-F238E27FC236}">
                <a16:creationId xmlns:a16="http://schemas.microsoft.com/office/drawing/2014/main" id="{FEEDD4EA-1A5B-469F-8DE4-8D09B45C298B}"/>
              </a:ext>
            </a:extLst>
          </p:cNvPr>
          <p:cNvSpPr>
            <a:spLocks noGrp="1"/>
          </p:cNvSpPr>
          <p:nvPr>
            <p:ph sz="half" idx="2"/>
          </p:nvPr>
        </p:nvSpPr>
        <p:spPr>
          <a:xfrm>
            <a:off x="7102032" y="980661"/>
            <a:ext cx="2171970" cy="5877338"/>
          </a:xfrm>
        </p:spPr>
        <p:txBody>
          <a:bodyPr>
            <a:normAutofit fontScale="92500" lnSpcReduction="10000"/>
          </a:bodyPr>
          <a:lstStyle/>
          <a:p>
            <a:pPr marL="0" indent="0" algn="ctr">
              <a:spcBef>
                <a:spcPts val="0"/>
              </a:spcBef>
              <a:buNone/>
            </a:pPr>
            <a:endParaRPr lang="en-US" altLang="en-US" sz="1600" u="sng"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marL="0" indent="0" algn="ctr">
              <a:spcBef>
                <a:spcPts val="0"/>
              </a:spcBef>
              <a:buNone/>
            </a:pPr>
            <a:endParaRPr lang="en-US" altLang="en-US" sz="1600" u="sng"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6070F48C-5988-409E-B469-0A5C16B0209B}"/>
              </a:ext>
            </a:extLst>
          </p:cNvPr>
          <p:cNvSpPr>
            <a:spLocks noGrp="1"/>
          </p:cNvSpPr>
          <p:nvPr>
            <p:ph sz="half" idx="1"/>
          </p:nvPr>
        </p:nvSpPr>
        <p:spPr>
          <a:xfrm>
            <a:off x="677334" y="980660"/>
            <a:ext cx="4412636" cy="5877339"/>
          </a:xfrm>
        </p:spPr>
        <p:txBody>
          <a:bodyPr>
            <a:normAutofit fontScale="92500" lnSpcReduction="10000"/>
          </a:bodyPr>
          <a:lstStyle/>
          <a:p>
            <a:pPr>
              <a:buSzPct val="125000"/>
              <a:buFont typeface="Wingdings" panose="05000000000000000000" pitchFamily="2" charset="2"/>
              <a:buChar char="v"/>
            </a:pPr>
            <a:r>
              <a:rPr lang="en-US" sz="1600" dirty="0"/>
              <a:t>1.</a:t>
            </a:r>
            <a:r>
              <a:rPr lang="en-US" dirty="0">
                <a:latin typeface="Times New Roman" panose="02020603050405020304" pitchFamily="18" charset="0"/>
                <a:cs typeface="Times New Roman" panose="02020603050405020304" pitchFamily="18" charset="0"/>
              </a:rPr>
              <a:t>Introduction</a:t>
            </a:r>
            <a:endParaRPr lang="en-IN"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1.1 Objective</a:t>
            </a:r>
          </a:p>
          <a:p>
            <a:pPr>
              <a:buFont typeface="Wingdings" panose="05000000000000000000" pitchFamily="2" charset="2"/>
              <a:buChar char="Ø"/>
            </a:pPr>
            <a:r>
              <a:rPr lang="en-IN" dirty="0">
                <a:latin typeface="Times New Roman" panose="02020603050405020304" pitchFamily="18" charset="0"/>
                <a:ea typeface="Calibri" panose="020F0502020204030204" pitchFamily="34" charset="0"/>
                <a:cs typeface="Times New Roman" panose="02020603050405020304" pitchFamily="18" charset="0"/>
              </a:rPr>
              <a:t>1.2 Scope of the project</a:t>
            </a:r>
          </a:p>
          <a:p>
            <a:pPr>
              <a:buFont typeface="Wingdings" panose="05000000000000000000" pitchFamily="2" charset="2"/>
              <a:buChar char="Ø"/>
            </a:pPr>
            <a:r>
              <a:rPr lang="en-IN" dirty="0">
                <a:latin typeface="Times New Roman" panose="02020603050405020304" pitchFamily="18" charset="0"/>
                <a:ea typeface="Calibri" panose="020F0502020204030204" pitchFamily="34" charset="0"/>
                <a:cs typeface="Times New Roman" panose="02020603050405020304" pitchFamily="18" charset="0"/>
              </a:rPr>
              <a:t>1.3 Hardware Interfaces</a:t>
            </a:r>
          </a:p>
          <a:p>
            <a:pPr>
              <a:buFont typeface="Wingdings" panose="05000000000000000000" pitchFamily="2" charset="2"/>
              <a:buChar char="Ø"/>
            </a:pPr>
            <a:r>
              <a:rPr lang="en-US" dirty="0">
                <a:latin typeface="Times New Roman" panose="02020603050405020304" pitchFamily="18" charset="0"/>
                <a:ea typeface="Times New Roman" panose="02020603050405020304" pitchFamily="18" charset="0"/>
                <a:cs typeface="Times New Roman" panose="02020603050405020304" pitchFamily="18" charset="0"/>
              </a:rPr>
              <a:t>1.4 Software Interface</a:t>
            </a:r>
          </a:p>
          <a:p>
            <a:pPr>
              <a:buFont typeface="Wingdings" panose="05000000000000000000" pitchFamily="2" charset="2"/>
              <a:buChar char="Ø"/>
            </a:pPr>
            <a:r>
              <a:rPr lang="en-US" dirty="0">
                <a:latin typeface="Times New Roman" panose="02020603050405020304" pitchFamily="18" charset="0"/>
                <a:ea typeface="Times New Roman" panose="02020603050405020304" pitchFamily="18" charset="0"/>
                <a:cs typeface="Times New Roman" panose="02020603050405020304" pitchFamily="18" charset="0"/>
              </a:rPr>
              <a:t>1.5 Communication Interface</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1.6 Programming Language</a:t>
            </a:r>
          </a:p>
          <a:p>
            <a:pPr>
              <a:buFont typeface="Wingdings" panose="05000000000000000000" pitchFamily="2" charset="2"/>
              <a:buChar char="Ø"/>
            </a:pPr>
            <a:r>
              <a:rPr lang="en-US" dirty="0">
                <a:latin typeface="Times New Roman" panose="02020603050405020304" pitchFamily="18" charset="0"/>
                <a:ea typeface="Times New Roman" panose="02020603050405020304" pitchFamily="18" charset="0"/>
              </a:rPr>
              <a:t>1.7 User Interface</a:t>
            </a:r>
            <a:endParaRPr lang="en-US" sz="1100" dirty="0">
              <a:latin typeface="Times New Roman" panose="02020603050405020304" pitchFamily="18" charset="0"/>
              <a:ea typeface="Times New Roman" panose="02020603050405020304" pitchFamily="18" charset="0"/>
            </a:endParaRPr>
          </a:p>
          <a:p>
            <a:pPr>
              <a:buFont typeface="Wingdings" panose="05000000000000000000" pitchFamily="2" charset="2"/>
              <a:buChar char="Ø"/>
            </a:pPr>
            <a:r>
              <a:rPr lang="en-US" dirty="0">
                <a:latin typeface="Times New Roman" panose="02020603050405020304" pitchFamily="18" charset="0"/>
                <a:ea typeface="Times New Roman" panose="02020603050405020304" pitchFamily="18" charset="0"/>
              </a:rPr>
              <a:t>1.8 Assumptions and Dependencies</a:t>
            </a:r>
          </a:p>
          <a:p>
            <a:pPr>
              <a:buFont typeface="Wingdings" panose="05000000000000000000" pitchFamily="2" charset="2"/>
              <a:buChar char="Ø"/>
            </a:pPr>
            <a:r>
              <a:rPr lang="en-US" dirty="0">
                <a:latin typeface="Times New Roman" panose="02020603050405020304" pitchFamily="18" charset="0"/>
                <a:ea typeface="Times New Roman" panose="02020603050405020304" pitchFamily="18" charset="0"/>
                <a:cs typeface="Times New Roman" panose="02020603050405020304" pitchFamily="18" charset="0"/>
              </a:rPr>
              <a:t>1.9 References</a:t>
            </a:r>
          </a:p>
          <a:p>
            <a:pPr>
              <a:buFont typeface="Wingdings" panose="05000000000000000000" pitchFamily="2" charset="2"/>
              <a:buChar char="Ø"/>
            </a:pPr>
            <a:r>
              <a:rPr lang="en-IN" dirty="0">
                <a:latin typeface="Calibri" panose="020F0502020204030204" pitchFamily="34" charset="0"/>
                <a:ea typeface="Calibri" panose="020F0502020204030204" pitchFamily="34" charset="0"/>
                <a:cs typeface="Times New Roman" panose="02020603050405020304" pitchFamily="18" charset="0"/>
              </a:rPr>
              <a:t>1.10 Project modules</a:t>
            </a:r>
          </a:p>
          <a:p>
            <a:pPr>
              <a:buFont typeface="Wingdings" panose="05000000000000000000" pitchFamily="2" charset="2"/>
              <a:buChar char="Ø"/>
            </a:pPr>
            <a:r>
              <a:rPr lang="en-US" dirty="0">
                <a:latin typeface="Times New Roman" panose="02020603050405020304" pitchFamily="18" charset="0"/>
                <a:ea typeface="Times New Roman" panose="02020603050405020304" pitchFamily="18" charset="0"/>
              </a:rPr>
              <a:t>1.11 Security Requirements</a:t>
            </a:r>
          </a:p>
          <a:p>
            <a:pPr>
              <a:buFont typeface="Wingdings" panose="05000000000000000000" pitchFamily="2" charset="2"/>
              <a:buChar char="Ø"/>
            </a:pPr>
            <a:r>
              <a:rPr lang="en-IN" dirty="0">
                <a:latin typeface="Times New Roman" panose="02020603050405020304" pitchFamily="18" charset="0"/>
                <a:ea typeface="Calibri" panose="020F0502020204030204" pitchFamily="34" charset="0"/>
                <a:cs typeface="Times New Roman" panose="02020603050405020304" pitchFamily="18" charset="0"/>
              </a:rPr>
              <a:t>1.12 Future scope of the project</a:t>
            </a:r>
          </a:p>
          <a:p>
            <a:pPr>
              <a:buFont typeface="Wingdings" panose="05000000000000000000" pitchFamily="2" charset="2"/>
              <a:buChar char="Ø"/>
            </a:pPr>
            <a:r>
              <a:rPr lang="en-US" dirty="0">
                <a:latin typeface="Times New Roman" panose="02020603050405020304" pitchFamily="18" charset="0"/>
                <a:ea typeface="Times New Roman" panose="02020603050405020304" pitchFamily="18" charset="0"/>
              </a:rPr>
              <a:t>1.13 Software Quality Attributes</a:t>
            </a:r>
          </a:p>
          <a:p>
            <a:pPr>
              <a:buFont typeface="Wingdings" panose="05000000000000000000" pitchFamily="2" charset="2"/>
              <a:buChar char="Ø"/>
            </a:pPr>
            <a:r>
              <a:rPr lang="en-US" dirty="0">
                <a:latin typeface="Times New Roman" panose="02020603050405020304" pitchFamily="18" charset="0"/>
                <a:ea typeface="Times New Roman" panose="02020603050405020304" pitchFamily="18" charset="0"/>
              </a:rPr>
              <a:t>1.14</a:t>
            </a:r>
            <a:r>
              <a:rPr lang="en-US" sz="1600" dirty="0">
                <a:latin typeface="Times New Roman" panose="02020603050405020304" pitchFamily="18" charset="0"/>
                <a:ea typeface="Times New Roman" panose="02020603050405020304" pitchFamily="18" charset="0"/>
              </a:rPr>
              <a:t> </a:t>
            </a:r>
            <a:r>
              <a:rPr lang="en-US" dirty="0">
                <a:latin typeface="Times New Roman" panose="02020603050405020304" pitchFamily="18" charset="0"/>
                <a:ea typeface="Times New Roman" panose="02020603050405020304" pitchFamily="18" charset="0"/>
              </a:rPr>
              <a:t>Definitions, Acronyms, Abbreviations</a:t>
            </a:r>
          </a:p>
          <a:p>
            <a:pPr>
              <a:buFont typeface="Wingdings" panose="05000000000000000000" pitchFamily="2" charset="2"/>
              <a:buChar char="Ø"/>
            </a:pPr>
            <a:r>
              <a:rPr lang="en-US" kern="1400" dirty="0">
                <a:latin typeface="Times New Roman" panose="02020603050405020304" pitchFamily="18" charset="0"/>
                <a:ea typeface="Times New Roman" panose="02020603050405020304" pitchFamily="18" charset="0"/>
              </a:rPr>
              <a:t>1.15 Overall Description</a:t>
            </a:r>
            <a:endParaRPr lang="en-IN" kern="1400" dirty="0">
              <a:latin typeface="Times New Roman" panose="02020603050405020304" pitchFamily="18" charset="0"/>
              <a:ea typeface="Times New Roman" panose="02020603050405020304" pitchFamily="18" charset="0"/>
            </a:endParaRPr>
          </a:p>
          <a:p>
            <a:endParaRPr lang="en-IN" b="1" u="sng" dirty="0">
              <a:latin typeface="Times New Roman" panose="02020603050405020304" pitchFamily="18" charset="0"/>
              <a:ea typeface="Times New Roman" panose="02020603050405020304" pitchFamily="18" charset="0"/>
            </a:endParaRPr>
          </a:p>
          <a:p>
            <a:endParaRPr lang="en-IN" b="1" u="sng" dirty="0">
              <a:latin typeface="Times New Roman" panose="02020603050405020304" pitchFamily="18" charset="0"/>
              <a:ea typeface="Times New Roman" panose="02020603050405020304" pitchFamily="18" charset="0"/>
            </a:endParaRPr>
          </a:p>
          <a:p>
            <a:endParaRPr lang="en-IN" u="sng" dirty="0">
              <a:latin typeface="Times New Roman" panose="02020603050405020304" pitchFamily="18" charset="0"/>
              <a:ea typeface="Calibri" panose="020F0502020204030204" pitchFamily="34" charset="0"/>
              <a:cs typeface="Times New Roman" panose="02020603050405020304" pitchFamily="18" charset="0"/>
            </a:endParaRPr>
          </a:p>
          <a:p>
            <a:endParaRPr lang="en-IN" u="sng" dirty="0">
              <a:latin typeface="Calibri" panose="020F0502020204030204" pitchFamily="34" charset="0"/>
              <a:ea typeface="Calibri" panose="020F0502020204030204" pitchFamily="34" charset="0"/>
              <a:cs typeface="Times New Roman" panose="02020603050405020304" pitchFamily="18" charset="0"/>
            </a:endParaRPr>
          </a:p>
          <a:p>
            <a:endParaRPr lang="en-US" b="1" u="sng" dirty="0">
              <a:latin typeface="Times New Roman" panose="02020603050405020304" pitchFamily="18" charset="0"/>
              <a:ea typeface="Times New Roman" panose="02020603050405020304" pitchFamily="18" charset="0"/>
              <a:cs typeface="Times New Roman" panose="02020603050405020304" pitchFamily="18" charset="0"/>
            </a:endParaRPr>
          </a:p>
          <a:p>
            <a:endParaRPr lang="en-US" b="1" u="sng" dirty="0">
              <a:latin typeface="Times New Roman" panose="02020603050405020304" pitchFamily="18" charset="0"/>
              <a:ea typeface="Times New Roman" panose="02020603050405020304" pitchFamily="18" charset="0"/>
              <a:cs typeface="Times New Roman" panose="02020603050405020304" pitchFamily="18" charset="0"/>
            </a:endParaRPr>
          </a:p>
          <a:p>
            <a:endParaRPr lang="en-US" b="1" u="sng" dirty="0">
              <a:latin typeface="Times New Roman" panose="02020603050405020304" pitchFamily="18" charset="0"/>
              <a:ea typeface="Times New Roman" panose="02020603050405020304" pitchFamily="18" charset="0"/>
            </a:endParaRPr>
          </a:p>
          <a:p>
            <a:endParaRPr lang="en-IN" u="sng" dirty="0">
              <a:latin typeface="Times New Roman" panose="02020603050405020304" pitchFamily="18" charset="0"/>
              <a:cs typeface="Times New Roman" panose="02020603050405020304" pitchFamily="18" charset="0"/>
            </a:endParaRPr>
          </a:p>
          <a:p>
            <a:endParaRPr lang="en-IN" b="1" u="sng" dirty="0">
              <a:latin typeface="Times New Roman" panose="02020603050405020304" pitchFamily="18" charset="0"/>
              <a:ea typeface="Times New Roman" panose="02020603050405020304" pitchFamily="18" charset="0"/>
              <a:cs typeface="Times New Roman" panose="02020603050405020304" pitchFamily="18" charset="0"/>
            </a:endParaRPr>
          </a:p>
          <a:p>
            <a:endParaRPr lang="en-IN" b="1" u="sng" dirty="0">
              <a:latin typeface="Times New Roman" panose="02020603050405020304" pitchFamily="18" charset="0"/>
              <a:ea typeface="Times New Roman" panose="02020603050405020304" pitchFamily="18" charset="0"/>
              <a:cs typeface="Times New Roman" panose="02020603050405020304" pitchFamily="18" charset="0"/>
            </a:endParaRPr>
          </a:p>
          <a:p>
            <a:endParaRPr lang="en-IN" b="1" u="sng" dirty="0">
              <a:latin typeface="Times New Roman" panose="02020603050405020304" pitchFamily="18" charset="0"/>
              <a:ea typeface="Calibri" panose="020F0502020204030204" pitchFamily="34"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p>
        </p:txBody>
      </p:sp>
      <p:sp>
        <p:nvSpPr>
          <p:cNvPr id="7" name="Content Placeholder 2">
            <a:extLst>
              <a:ext uri="{FF2B5EF4-FFF2-40B4-BE49-F238E27FC236}">
                <a16:creationId xmlns:a16="http://schemas.microsoft.com/office/drawing/2014/main" id="{89E0A657-EA71-4B47-A8E2-C8E2DBC100EB}"/>
              </a:ext>
            </a:extLst>
          </p:cNvPr>
          <p:cNvSpPr txBox="1">
            <a:spLocks/>
          </p:cNvSpPr>
          <p:nvPr/>
        </p:nvSpPr>
        <p:spPr>
          <a:xfrm>
            <a:off x="4975668" y="980659"/>
            <a:ext cx="4184035" cy="5229071"/>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buSzPct val="12500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2.0 </a:t>
            </a:r>
            <a:r>
              <a:rPr lang="en-IN" dirty="0">
                <a:latin typeface="Times New Roman" panose="02020603050405020304" pitchFamily="18" charset="0"/>
                <a:cs typeface="Times New Roman" panose="02020603050405020304" pitchFamily="18" charset="0"/>
              </a:rPr>
              <a:t>SYSTEM DESIGN </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2.0.1 Context Flow Diagram (CFD)</a:t>
            </a:r>
            <a:endParaRPr lang="en-IN" dirty="0">
              <a:latin typeface="Times New Roman" panose="02020603050405020304" pitchFamily="18" charset="0"/>
              <a:cs typeface="Times New Roman" panose="02020603050405020304" pitchFamily="18" charset="0"/>
            </a:endParaRPr>
          </a:p>
          <a:p>
            <a:pPr>
              <a:buSzPct val="125000"/>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2. Data Flow Diagram</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2.1 DFD Level</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2.2 DFD Level</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2.3 DFD Level</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2.4 DFD Level</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2.5 DFD Level</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2.6 DFD Level</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2.7 DFD Level</a:t>
            </a:r>
          </a:p>
          <a:p>
            <a:endParaRPr lang="en-IN" dirty="0"/>
          </a:p>
        </p:txBody>
      </p:sp>
      <p:pic>
        <p:nvPicPr>
          <p:cNvPr id="9" name="Picture 8">
            <a:extLst>
              <a:ext uri="{FF2B5EF4-FFF2-40B4-BE49-F238E27FC236}">
                <a16:creationId xmlns:a16="http://schemas.microsoft.com/office/drawing/2014/main" id="{DBADD4F1-E2FF-4C84-9547-BF2B2FE4B2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77461" y="2931638"/>
            <a:ext cx="2384773" cy="248652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0" name="Slide Number Placeholder 9">
            <a:extLst>
              <a:ext uri="{FF2B5EF4-FFF2-40B4-BE49-F238E27FC236}">
                <a16:creationId xmlns:a16="http://schemas.microsoft.com/office/drawing/2014/main" id="{FB4C1E8F-8878-473B-BB75-58CE027057C9}"/>
              </a:ext>
            </a:extLst>
          </p:cNvPr>
          <p:cNvSpPr>
            <a:spLocks noGrp="1"/>
          </p:cNvSpPr>
          <p:nvPr>
            <p:ph type="sldNum" sz="quarter" idx="12"/>
          </p:nvPr>
        </p:nvSpPr>
        <p:spPr>
          <a:xfrm>
            <a:off x="11136574" y="6368908"/>
            <a:ext cx="832830" cy="365125"/>
          </a:xfrm>
        </p:spPr>
        <p:txBody>
          <a:bodyPr/>
          <a:lstStyle/>
          <a:p>
            <a:r>
              <a:rPr lang="en-IN" sz="1050" b="1" dirty="0">
                <a:solidFill>
                  <a:schemeClr val="tx1">
                    <a:lumMod val="95000"/>
                    <a:lumOff val="5000"/>
                  </a:schemeClr>
                </a:solidFill>
                <a:latin typeface="Times New Roman" panose="02020603050405020304" pitchFamily="18" charset="0"/>
                <a:cs typeface="Times New Roman" panose="02020603050405020304" pitchFamily="18" charset="0"/>
              </a:rPr>
              <a:t>PG NO:</a:t>
            </a:r>
            <a:fld id="{B54A08B0-5A9A-4946-919B-A6856108856E}" type="slidenum">
              <a:rPr lang="en-IN" sz="1050" b="1" smtClean="0">
                <a:solidFill>
                  <a:schemeClr val="tx1">
                    <a:lumMod val="95000"/>
                    <a:lumOff val="5000"/>
                  </a:schemeClr>
                </a:solidFill>
                <a:latin typeface="Times New Roman" panose="02020603050405020304" pitchFamily="18" charset="0"/>
                <a:cs typeface="Times New Roman" panose="02020603050405020304" pitchFamily="18" charset="0"/>
              </a:rPr>
              <a:t>2</a:t>
            </a:fld>
            <a:endParaRPr lang="en-IN" sz="105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917171"/>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E7AAB-54AB-4447-8382-EBE423FD073E}"/>
              </a:ext>
            </a:extLst>
          </p:cNvPr>
          <p:cNvSpPr>
            <a:spLocks noGrp="1"/>
          </p:cNvSpPr>
          <p:nvPr>
            <p:ph type="title"/>
          </p:nvPr>
        </p:nvSpPr>
        <p:spPr>
          <a:xfrm>
            <a:off x="677334" y="0"/>
            <a:ext cx="8596668" cy="816638"/>
          </a:xfrm>
        </p:spPr>
        <p:txBody>
          <a:bodyPr>
            <a:normAutofit/>
          </a:bodyPr>
          <a:lstStyle/>
          <a:p>
            <a:r>
              <a:rPr lang="en-IN" sz="4400" dirty="0">
                <a:latin typeface="Times New Roman" panose="02020603050405020304" pitchFamily="18" charset="0"/>
                <a:cs typeface="Times New Roman" panose="02020603050405020304" pitchFamily="18" charset="0"/>
              </a:rPr>
              <a:t>							</a:t>
            </a:r>
            <a:r>
              <a:rPr lang="en-IN" sz="4400" u="sng" dirty="0">
                <a:latin typeface="Times New Roman" panose="02020603050405020304" pitchFamily="18" charset="0"/>
                <a:cs typeface="Times New Roman" panose="02020603050405020304" pitchFamily="18" charset="0"/>
              </a:rPr>
              <a:t>INDEX</a:t>
            </a:r>
          </a:p>
        </p:txBody>
      </p:sp>
      <p:sp>
        <p:nvSpPr>
          <p:cNvPr id="5" name="Content Placeholder 4">
            <a:extLst>
              <a:ext uri="{FF2B5EF4-FFF2-40B4-BE49-F238E27FC236}">
                <a16:creationId xmlns:a16="http://schemas.microsoft.com/office/drawing/2014/main" id="{FEEDD4EA-1A5B-469F-8DE4-8D09B45C298B}"/>
              </a:ext>
            </a:extLst>
          </p:cNvPr>
          <p:cNvSpPr>
            <a:spLocks noGrp="1"/>
          </p:cNvSpPr>
          <p:nvPr>
            <p:ph sz="half" idx="2"/>
          </p:nvPr>
        </p:nvSpPr>
        <p:spPr>
          <a:xfrm>
            <a:off x="7102032" y="980661"/>
            <a:ext cx="2171970" cy="5877338"/>
          </a:xfrm>
        </p:spPr>
        <p:txBody>
          <a:bodyPr>
            <a:normAutofit/>
          </a:bodyPr>
          <a:lstStyle/>
          <a:p>
            <a:pPr marL="0" indent="0" algn="ctr">
              <a:spcBef>
                <a:spcPts val="0"/>
              </a:spcBef>
              <a:buNone/>
            </a:pPr>
            <a:endParaRPr lang="en-US" altLang="en-US" sz="1600" u="sng"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marL="0" indent="0" algn="ctr">
              <a:spcBef>
                <a:spcPts val="0"/>
              </a:spcBef>
              <a:buNone/>
            </a:pPr>
            <a:endParaRPr lang="en-US" altLang="en-US" sz="1600" u="sng"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6070F48C-5988-409E-B469-0A5C16B0209B}"/>
              </a:ext>
            </a:extLst>
          </p:cNvPr>
          <p:cNvSpPr>
            <a:spLocks noGrp="1"/>
          </p:cNvSpPr>
          <p:nvPr>
            <p:ph sz="half" idx="1"/>
          </p:nvPr>
        </p:nvSpPr>
        <p:spPr>
          <a:xfrm>
            <a:off x="677334" y="980660"/>
            <a:ext cx="5266266" cy="5877339"/>
          </a:xfrm>
        </p:spPr>
        <p:txBody>
          <a:bodyPr>
            <a:normAutofit/>
          </a:bodyPr>
          <a:lstStyle/>
          <a:p>
            <a:pPr>
              <a:buFont typeface="Wingdings" panose="05000000000000000000" pitchFamily="2" charset="2"/>
              <a:buChar char="Ø"/>
            </a:pPr>
            <a:r>
              <a:rPr lang="en-IN" sz="20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3. Data Base Design</a:t>
            </a:r>
            <a:endParaRPr lang="en-IN" sz="2000" dirty="0">
              <a:solidFill>
                <a:schemeClr val="tx1"/>
              </a:solidFill>
              <a:latin typeface="Times New Roman" panose="02020603050405020304" pitchFamily="18" charset="0"/>
              <a:ea typeface="Times New Roman" panose="02020603050405020304" pitchFamily="18" charset="0"/>
            </a:endParaRPr>
          </a:p>
          <a:p>
            <a:pPr>
              <a:buFont typeface="Wingdings" panose="05000000000000000000" pitchFamily="2" charset="2"/>
              <a:buChar char="Ø"/>
            </a:pPr>
            <a:r>
              <a:rPr lang="en-US" sz="2000" dirty="0">
                <a:solidFill>
                  <a:schemeClr val="tx1"/>
                </a:solidFill>
                <a:latin typeface="Times New Roman" panose="02020603050405020304" pitchFamily="18" charset="0"/>
                <a:ea typeface="Times New Roman" panose="02020603050405020304" pitchFamily="18" charset="0"/>
              </a:rPr>
              <a:t>3.1. Introduction</a:t>
            </a:r>
            <a:endParaRPr lang="en-IN" sz="2000" dirty="0">
              <a:solidFill>
                <a:schemeClr val="tx1"/>
              </a:solidFill>
              <a:latin typeface="Times New Roman" panose="02020603050405020304" pitchFamily="18" charset="0"/>
              <a:ea typeface="Times New Roman" panose="02020603050405020304" pitchFamily="18" charset="0"/>
            </a:endParaRPr>
          </a:p>
          <a:p>
            <a:pPr>
              <a:buFont typeface="Wingdings" panose="05000000000000000000" pitchFamily="2" charset="2"/>
              <a:buChar char="Ø"/>
            </a:pPr>
            <a:r>
              <a:rPr lang="en-US" sz="2000" dirty="0">
                <a:solidFill>
                  <a:schemeClr val="tx1"/>
                </a:solidFill>
                <a:latin typeface="Times New Roman" panose="02020603050405020304" pitchFamily="18" charset="0"/>
                <a:ea typeface="Times New Roman" panose="02020603050405020304" pitchFamily="18" charset="0"/>
              </a:rPr>
              <a:t>3.2 The Database</a:t>
            </a:r>
            <a:endParaRPr lang="en-IN" sz="20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a:buFont typeface="Wingdings" panose="05000000000000000000" pitchFamily="2" charset="2"/>
              <a:buChar char="Ø"/>
            </a:pPr>
            <a:r>
              <a:rPr lang="en-US" sz="2000" dirty="0">
                <a:solidFill>
                  <a:schemeClr val="tx1"/>
                </a:solidFill>
                <a:latin typeface="Times New Roman" panose="02020603050405020304" pitchFamily="18" charset="0"/>
                <a:ea typeface="Times New Roman" panose="02020603050405020304" pitchFamily="18" charset="0"/>
              </a:rPr>
              <a:t>3.3 Each entity and Attributes</a:t>
            </a:r>
            <a:endPar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a:buFont typeface="Wingdings" panose="05000000000000000000" pitchFamily="2" charset="2"/>
              <a:buChar char="Ø"/>
            </a:pPr>
            <a:r>
              <a:rPr lang="en-US" sz="2000" dirty="0">
                <a:solidFill>
                  <a:schemeClr val="tx1"/>
                </a:solidFill>
                <a:latin typeface="Times New Roman" panose="02020603050405020304" pitchFamily="18" charset="0"/>
                <a:ea typeface="Times New Roman" panose="02020603050405020304" pitchFamily="18" charset="0"/>
              </a:rPr>
              <a:t>3.4. Entity-Relationship Diagram</a:t>
            </a:r>
          </a:p>
          <a:p>
            <a:pPr marL="285750" indent="-285750">
              <a:lnSpc>
                <a:spcPct val="150000"/>
              </a:lnSpc>
              <a:spcBef>
                <a:spcPts val="0"/>
              </a:spcBef>
              <a:buClr>
                <a:schemeClr val="accent2"/>
              </a:buClr>
              <a:buFont typeface="Wingdings" panose="05000000000000000000" pitchFamily="2" charset="2"/>
              <a:buChar char="Ø"/>
            </a:pPr>
            <a:r>
              <a:rPr lang="en-US" altLang="en-US" sz="2000" dirty="0">
                <a:latin typeface="Times New Roman" panose="02020603050405020304" pitchFamily="18" charset="0"/>
                <a:ea typeface="Calibri" panose="020F0502020204030204" pitchFamily="34" charset="0"/>
                <a:cs typeface="Times New Roman" panose="02020603050405020304" pitchFamily="18" charset="0"/>
              </a:rPr>
              <a:t>4</a:t>
            </a:r>
            <a:r>
              <a:rPr lang="en-US" altLang="en-US" sz="20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DETAIL DESIGN</a:t>
            </a:r>
          </a:p>
          <a:p>
            <a:pPr marL="285750" indent="-285750">
              <a:lnSpc>
                <a:spcPct val="150000"/>
              </a:lnSpc>
              <a:spcBef>
                <a:spcPts val="0"/>
              </a:spcBef>
              <a:buClr>
                <a:schemeClr val="accent2"/>
              </a:buClr>
              <a:buFont typeface="Wingdings" panose="05000000000000000000" pitchFamily="2" charset="2"/>
              <a:buChar char="Ø"/>
            </a:pPr>
            <a:r>
              <a:rPr lang="en-US" altLang="en-US" sz="20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4.1 Modular Decomposition of Components</a:t>
            </a:r>
            <a:endParaRPr lang="en-IN" sz="2000" dirty="0">
              <a:solidFill>
                <a:schemeClr val="tx1"/>
              </a:solidFill>
              <a:latin typeface="Times New Roman" panose="02020603050405020304" pitchFamily="18" charset="0"/>
              <a:ea typeface="Times New Roman" panose="02020603050405020304" pitchFamily="18" charset="0"/>
            </a:endParaRPr>
          </a:p>
          <a:p>
            <a:pPr>
              <a:buFont typeface="Wingdings" panose="05000000000000000000" pitchFamily="2" charset="2"/>
              <a:buChar char="Ø"/>
            </a:pPr>
            <a:r>
              <a:rPr lang="en-US" sz="2000" dirty="0">
                <a:solidFill>
                  <a:schemeClr val="tx1"/>
                </a:solidFill>
                <a:latin typeface="Times New Roman" panose="02020603050405020304" pitchFamily="18" charset="0"/>
                <a:ea typeface="Times New Roman" panose="02020603050405020304" pitchFamily="18" charset="0"/>
              </a:rPr>
              <a:t>5.Detail Design</a:t>
            </a:r>
            <a:endParaRPr lang="en-IN" sz="2000" dirty="0">
              <a:solidFill>
                <a:schemeClr val="tx1"/>
              </a:solidFill>
              <a:latin typeface="Times New Roman" panose="02020603050405020304" pitchFamily="18" charset="0"/>
              <a:ea typeface="Times New Roman" panose="02020603050405020304" pitchFamily="18" charset="0"/>
            </a:endParaRPr>
          </a:p>
          <a:p>
            <a:pPr lvl="0" algn="just">
              <a:lnSpc>
                <a:spcPct val="115000"/>
              </a:lnSpc>
              <a:buFont typeface="Wingdings" panose="05000000000000000000" pitchFamily="2" charset="2"/>
              <a:buChar char="Ø"/>
            </a:pPr>
            <a:r>
              <a:rPr lang="en-IN" sz="20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5.1. Introduction </a:t>
            </a:r>
            <a:endPar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a:buFont typeface="Wingdings" panose="05000000000000000000" pitchFamily="2" charset="2"/>
              <a:buChar char="Ø"/>
            </a:pPr>
            <a:r>
              <a:rPr lang="en-IN" sz="20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5.2. Applicable Documents</a:t>
            </a:r>
            <a:endParaRPr lang="en-US" sz="200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IN" sz="20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5.3. Structure of the software package</a:t>
            </a:r>
            <a:endParaRPr lang="en-US" sz="200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IN" sz="2000" dirty="0">
                <a:solidFill>
                  <a:schemeClr val="tx1"/>
                </a:solidFill>
                <a:latin typeface="Times New Roman" panose="02020603050405020304" pitchFamily="18" charset="0"/>
                <a:ea typeface="Calibri" panose="020F0502020204030204" pitchFamily="34" charset="0"/>
              </a:rPr>
              <a:t>5.4. The project modules</a:t>
            </a:r>
            <a:endParaRPr lang="en-US" sz="2000" dirty="0">
              <a:solidFill>
                <a:schemeClr val="tx1"/>
              </a:solidFill>
              <a:latin typeface="Times New Roman" panose="02020603050405020304" pitchFamily="18" charset="0"/>
              <a:ea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6.Conclusion</a:t>
            </a:r>
          </a:p>
          <a:p>
            <a:endParaRPr lang="en-IN" sz="2000" dirty="0">
              <a:solidFill>
                <a:schemeClr val="tx1"/>
              </a:solidFill>
              <a:latin typeface="Times New Roman" panose="02020603050405020304" pitchFamily="18" charset="0"/>
              <a:cs typeface="Times New Roman" panose="02020603050405020304" pitchFamily="18" charset="0"/>
            </a:endParaRPr>
          </a:p>
          <a:p>
            <a:endParaRPr lang="en-IN" sz="200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endParaRPr>
          </a:p>
          <a:p>
            <a:endParaRPr lang="en-IN" sz="200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endParaRPr>
          </a:p>
          <a:p>
            <a:endParaRPr lang="en-IN" sz="20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endParaRPr lang="en-IN" sz="2000" dirty="0">
              <a:solidFill>
                <a:schemeClr val="tx1"/>
              </a:solidFill>
              <a:latin typeface="Times New Roman" panose="02020603050405020304" pitchFamily="18" charset="0"/>
              <a:cs typeface="Times New Roman" panose="02020603050405020304" pitchFamily="18" charset="0"/>
            </a:endParaRPr>
          </a:p>
          <a:p>
            <a:endParaRPr lang="en-IN" sz="2000" dirty="0">
              <a:solidFill>
                <a:schemeClr val="tx1"/>
              </a:solidFill>
            </a:endParaRPr>
          </a:p>
        </p:txBody>
      </p:sp>
      <p:pic>
        <p:nvPicPr>
          <p:cNvPr id="9" name="Picture 8">
            <a:extLst>
              <a:ext uri="{FF2B5EF4-FFF2-40B4-BE49-F238E27FC236}">
                <a16:creationId xmlns:a16="http://schemas.microsoft.com/office/drawing/2014/main" id="{DBADD4F1-E2FF-4C84-9547-BF2B2FE4B2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22870" y="2917990"/>
            <a:ext cx="2384773" cy="248652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0" name="Slide Number Placeholder 9">
            <a:extLst>
              <a:ext uri="{FF2B5EF4-FFF2-40B4-BE49-F238E27FC236}">
                <a16:creationId xmlns:a16="http://schemas.microsoft.com/office/drawing/2014/main" id="{FB4C1E8F-8878-473B-BB75-58CE027057C9}"/>
              </a:ext>
            </a:extLst>
          </p:cNvPr>
          <p:cNvSpPr>
            <a:spLocks noGrp="1"/>
          </p:cNvSpPr>
          <p:nvPr>
            <p:ph type="sldNum" sz="quarter" idx="12"/>
          </p:nvPr>
        </p:nvSpPr>
        <p:spPr>
          <a:xfrm>
            <a:off x="11136574" y="6368908"/>
            <a:ext cx="832830" cy="365125"/>
          </a:xfrm>
        </p:spPr>
        <p:txBody>
          <a:bodyPr/>
          <a:lstStyle/>
          <a:p>
            <a:r>
              <a:rPr lang="en-IN" sz="1050" b="1" dirty="0">
                <a:solidFill>
                  <a:schemeClr val="tx1">
                    <a:lumMod val="95000"/>
                    <a:lumOff val="5000"/>
                  </a:schemeClr>
                </a:solidFill>
                <a:latin typeface="Times New Roman" panose="02020603050405020304" pitchFamily="18" charset="0"/>
                <a:cs typeface="Times New Roman" panose="02020603050405020304" pitchFamily="18" charset="0"/>
              </a:rPr>
              <a:t>PG NO:</a:t>
            </a:r>
            <a:fld id="{B54A08B0-5A9A-4946-919B-A6856108856E}" type="slidenum">
              <a:rPr lang="en-IN" sz="1050" b="1" smtClean="0">
                <a:solidFill>
                  <a:schemeClr val="tx1">
                    <a:lumMod val="95000"/>
                    <a:lumOff val="5000"/>
                  </a:schemeClr>
                </a:solidFill>
                <a:latin typeface="Times New Roman" panose="02020603050405020304" pitchFamily="18" charset="0"/>
                <a:cs typeface="Times New Roman" panose="02020603050405020304" pitchFamily="18" charset="0"/>
              </a:rPr>
              <a:t>3</a:t>
            </a:fld>
            <a:endParaRPr lang="en-IN" sz="105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07732427"/>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2AD0A1F3-AAB4-413E-AFD0-27E4E6ACB4E7}"/>
              </a:ext>
            </a:extLst>
          </p:cNvPr>
          <p:cNvSpPr>
            <a:spLocks noGrp="1"/>
          </p:cNvSpPr>
          <p:nvPr>
            <p:ph idx="1"/>
          </p:nvPr>
        </p:nvSpPr>
        <p:spPr>
          <a:xfrm>
            <a:off x="573206" y="1606109"/>
            <a:ext cx="8755387" cy="4984968"/>
          </a:xfrm>
        </p:spPr>
        <p:txBody>
          <a:bodyPr>
            <a:normAutofit/>
          </a:bodyPr>
          <a:lstStyle/>
          <a:p>
            <a:pPr lvl="0">
              <a:buFont typeface="Wingdings" panose="05000000000000000000" pitchFamily="2" charset="2"/>
              <a:buChar char="v"/>
            </a:pPr>
            <a:r>
              <a:rPr lang="en-US" sz="2400" b="1" dirty="0"/>
              <a:t>1.</a:t>
            </a:r>
            <a:r>
              <a:rPr lang="en-US" sz="2800" b="1" u="sng" dirty="0">
                <a:latin typeface="Times New Roman" panose="02020603050405020304" pitchFamily="18" charset="0"/>
                <a:cs typeface="Times New Roman" panose="02020603050405020304" pitchFamily="18" charset="0"/>
              </a:rPr>
              <a:t>Introduction</a:t>
            </a:r>
            <a:endParaRPr lang="en-IN" sz="2800" b="1" u="sng"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The Regional Transport Office (RTO) or Regional Transport Authority (RTA) is the organisation of the Indian government responsible for maintaining a database of drivers and a database of vehicles for various states of India. </a:t>
            </a:r>
          </a:p>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The Objective of RTO management system is to provide a online tool for the ease of RTO functions such as vehicle registration, Learner license, permanent license, renewal of license, and many more. </a:t>
            </a:r>
          </a:p>
          <a:p>
            <a:pPr>
              <a:buFont typeface="Wingdings" panose="05000000000000000000" pitchFamily="2" charset="2"/>
              <a:buChar char="v"/>
            </a:pPr>
            <a:r>
              <a:rPr lang="en-IN" sz="2400" b="1" dirty="0">
                <a:latin typeface="Times New Roman" panose="02020603050405020304" pitchFamily="18" charset="0"/>
                <a:cs typeface="Times New Roman" panose="02020603050405020304" pitchFamily="18" charset="0"/>
              </a:rPr>
              <a:t>1.1</a:t>
            </a:r>
            <a:r>
              <a:rPr lang="en-IN" sz="2400" dirty="0">
                <a:latin typeface="Times New Roman" panose="02020603050405020304" pitchFamily="18" charset="0"/>
                <a:cs typeface="Times New Roman" panose="02020603050405020304" pitchFamily="18" charset="0"/>
              </a:rPr>
              <a:t> </a:t>
            </a:r>
            <a:r>
              <a:rPr lang="en-IN" sz="2400" b="1" u="sng" dirty="0">
                <a:latin typeface="Times New Roman" panose="02020603050405020304" pitchFamily="18" charset="0"/>
                <a:cs typeface="Times New Roman" panose="02020603050405020304" pitchFamily="18" charset="0"/>
              </a:rPr>
              <a:t>Objective</a:t>
            </a:r>
            <a:endParaRPr lang="en-IN" sz="2400" u="sng"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This web application helps for RTO office employees as well as citizens of India. It will reduce considerably the difficulties faced on existing system, with minimum error and difficulties. </a:t>
            </a:r>
          </a:p>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The RTO employees having lot of work burden of making registration, License issue, transfer, etc., which required lot of paper work. </a:t>
            </a:r>
          </a:p>
        </p:txBody>
      </p:sp>
      <p:sp>
        <p:nvSpPr>
          <p:cNvPr id="5" name="Rectangle 4">
            <a:extLst>
              <a:ext uri="{FF2B5EF4-FFF2-40B4-BE49-F238E27FC236}">
                <a16:creationId xmlns:a16="http://schemas.microsoft.com/office/drawing/2014/main" id="{08F236AD-9F69-401D-8729-E75D9EAB818B}"/>
              </a:ext>
            </a:extLst>
          </p:cNvPr>
          <p:cNvSpPr/>
          <p:nvPr/>
        </p:nvSpPr>
        <p:spPr>
          <a:xfrm>
            <a:off x="982639" y="436728"/>
            <a:ext cx="6905767" cy="1208729"/>
          </a:xfrm>
          <a:prstGeom prst="rect">
            <a:avLst/>
          </a:prstGeom>
        </p:spPr>
        <p:txBody>
          <a:bodyPr wrap="square">
            <a:spAutoFit/>
          </a:bodyPr>
          <a:lstStyle/>
          <a:p>
            <a:pPr>
              <a:lnSpc>
                <a:spcPct val="107000"/>
              </a:lnSpc>
              <a:spcAft>
                <a:spcPts val="800"/>
              </a:spcAft>
            </a:pPr>
            <a:r>
              <a:rPr lang="en-IN" sz="2800" b="1" u="sng" dirty="0">
                <a:solidFill>
                  <a:schemeClr val="accent6"/>
                </a:solidFill>
                <a:latin typeface="Times New Roman" panose="02020603050405020304" pitchFamily="18" charset="0"/>
                <a:ea typeface="Calibri" panose="020F0502020204030204" pitchFamily="34" charset="0"/>
                <a:cs typeface="Times New Roman" panose="02020603050405020304" pitchFamily="18" charset="0"/>
              </a:rPr>
              <a:t>Project Title:</a:t>
            </a:r>
            <a:endParaRPr lang="en-IN" sz="1400" dirty="0">
              <a:solidFill>
                <a:schemeClr val="accent6"/>
              </a:solidFill>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IN" sz="2000" b="1" dirty="0">
                <a:solidFill>
                  <a:schemeClr val="accent6"/>
                </a:solidFill>
                <a:latin typeface="Times New Roman" panose="02020603050405020304" pitchFamily="18" charset="0"/>
                <a:ea typeface="Calibri" panose="020F0502020204030204" pitchFamily="34" charset="0"/>
                <a:cs typeface="Times New Roman" panose="02020603050405020304" pitchFamily="18" charset="0"/>
              </a:rPr>
              <a:t>                   </a:t>
            </a:r>
            <a:r>
              <a:rPr lang="en-IN" sz="3600" b="1" dirty="0">
                <a:solidFill>
                  <a:schemeClr val="accent2">
                    <a:lumMod val="50000"/>
                  </a:schemeClr>
                </a:solidFill>
                <a:latin typeface="Times New Roman" panose="02020603050405020304" pitchFamily="18" charset="0"/>
                <a:ea typeface="Calibri" panose="020F0502020204030204" pitchFamily="34" charset="0"/>
                <a:cs typeface="Times New Roman" panose="02020603050405020304" pitchFamily="18" charset="0"/>
              </a:rPr>
              <a:t>RTO Management System</a:t>
            </a:r>
            <a:endParaRPr lang="en-IN" sz="1200" dirty="0">
              <a:solidFill>
                <a:schemeClr val="accent2">
                  <a:lumMod val="50000"/>
                </a:schemeClr>
              </a:solidFill>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6" name="Picture 5">
            <a:extLst>
              <a:ext uri="{FF2B5EF4-FFF2-40B4-BE49-F238E27FC236}">
                <a16:creationId xmlns:a16="http://schemas.microsoft.com/office/drawing/2014/main" id="{B40D1224-26FE-4B9F-B3ED-4CBDD6B83699}"/>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9368349" y="3692387"/>
            <a:ext cx="876300" cy="1143000"/>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DE4823F4-48F3-4F74-A4B5-93B0A924E6BA}"/>
              </a:ext>
            </a:extLst>
          </p:cNvPr>
          <p:cNvSpPr>
            <a:spLocks noGrp="1"/>
          </p:cNvSpPr>
          <p:nvPr>
            <p:ph type="sldNum" sz="quarter" idx="12"/>
          </p:nvPr>
        </p:nvSpPr>
        <p:spPr>
          <a:xfrm>
            <a:off x="11191164" y="6408514"/>
            <a:ext cx="894277" cy="365125"/>
          </a:xfrm>
        </p:spPr>
        <p:txBody>
          <a:bodyPr/>
          <a:lstStyle/>
          <a:p>
            <a:r>
              <a:rPr lang="en-IN" sz="1050" b="1" dirty="0">
                <a:solidFill>
                  <a:schemeClr val="tx1">
                    <a:lumMod val="95000"/>
                    <a:lumOff val="5000"/>
                  </a:schemeClr>
                </a:solidFill>
                <a:latin typeface="Times New Roman" panose="02020603050405020304" pitchFamily="18" charset="0"/>
                <a:cs typeface="Times New Roman" panose="02020603050405020304" pitchFamily="18" charset="0"/>
              </a:rPr>
              <a:t>PG NO: </a:t>
            </a:r>
            <a:fld id="{B54A08B0-5A9A-4946-919B-A6856108856E}" type="slidenum">
              <a:rPr lang="en-IN" sz="1050" b="1" smtClean="0">
                <a:solidFill>
                  <a:schemeClr val="tx1">
                    <a:lumMod val="95000"/>
                    <a:lumOff val="5000"/>
                  </a:schemeClr>
                </a:solidFill>
                <a:latin typeface="Times New Roman" panose="02020603050405020304" pitchFamily="18" charset="0"/>
                <a:cs typeface="Times New Roman" panose="02020603050405020304" pitchFamily="18" charset="0"/>
              </a:rPr>
              <a:t>4</a:t>
            </a:fld>
            <a:endParaRPr lang="en-IN" sz="105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8577508"/>
      </p:ext>
    </p:extLst>
  </p:cSld>
  <p:clrMapOvr>
    <a:masterClrMapping/>
  </p:clrMapOvr>
  <p:transition spd="med">
    <p:pull/>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81BFE95-FAB7-48D6-984A-90209F147B26}"/>
              </a:ext>
            </a:extLst>
          </p:cNvPr>
          <p:cNvSpPr/>
          <p:nvPr/>
        </p:nvSpPr>
        <p:spPr>
          <a:xfrm>
            <a:off x="423080" y="150126"/>
            <a:ext cx="9335069" cy="4258858"/>
          </a:xfrm>
          <a:prstGeom prst="rect">
            <a:avLst/>
          </a:prstGeom>
        </p:spPr>
        <p:txBody>
          <a:bodyPr wrap="square">
            <a:spAutoFit/>
          </a:bodyPr>
          <a:lstStyle/>
          <a:p>
            <a:pPr marL="342900" indent="-342900" algn="just">
              <a:lnSpc>
                <a:spcPct val="115000"/>
              </a:lnSpc>
              <a:spcAft>
                <a:spcPts val="1000"/>
              </a:spcAft>
              <a:buFont typeface="Wingdings" panose="05000000000000000000" pitchFamily="2" charset="2"/>
              <a:buChar char="v"/>
            </a:pPr>
            <a:r>
              <a:rPr lang="en-IN" sz="2400" b="1" dirty="0">
                <a:latin typeface="Times New Roman" panose="02020603050405020304" pitchFamily="18" charset="0"/>
                <a:ea typeface="Calibri" panose="020F0502020204030204" pitchFamily="34" charset="0"/>
                <a:cs typeface="Times New Roman" panose="02020603050405020304" pitchFamily="18" charset="0"/>
              </a:rPr>
              <a:t>1.2 </a:t>
            </a:r>
            <a:r>
              <a:rPr lang="en-IN" sz="2400" b="1" u="sng" dirty="0">
                <a:latin typeface="Times New Roman" panose="02020603050405020304" pitchFamily="18" charset="0"/>
                <a:ea typeface="Calibri" panose="020F0502020204030204" pitchFamily="34" charset="0"/>
                <a:cs typeface="Times New Roman" panose="02020603050405020304" pitchFamily="18" charset="0"/>
              </a:rPr>
              <a:t>Scope of the project</a:t>
            </a:r>
            <a:endParaRPr lang="en-IN" u="sng"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pPr>
            <a:r>
              <a:rPr lang="en-IN" sz="2000" dirty="0">
                <a:latin typeface="Times New Roman" panose="02020603050405020304" pitchFamily="18" charset="0"/>
                <a:ea typeface="Calibri" panose="020F0502020204030204" pitchFamily="34" charset="0"/>
                <a:cs typeface="Times New Roman" panose="02020603050405020304" pitchFamily="18" charset="0"/>
              </a:rPr>
              <a:t>The project has following features:</a:t>
            </a:r>
            <a:endParaRPr lang="en-IN"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15000"/>
              </a:lnSpc>
              <a:spcAft>
                <a:spcPts val="0"/>
              </a:spcAft>
              <a:buFont typeface="Symbol" panose="05050102010706020507" pitchFamily="18" charset="2"/>
              <a:buChar char=""/>
            </a:pPr>
            <a:r>
              <a:rPr lang="en-IN" sz="2000" dirty="0">
                <a:latin typeface="Times New Roman" panose="02020603050405020304" pitchFamily="18" charset="0"/>
                <a:ea typeface="Calibri" panose="020F0502020204030204" pitchFamily="34" charset="0"/>
                <a:cs typeface="Times New Roman" panose="02020603050405020304" pitchFamily="18" charset="0"/>
              </a:rPr>
              <a:t>This project works online which helps RTO office employees and Indian citizens.</a:t>
            </a:r>
            <a:endParaRPr lang="en-IN"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15000"/>
              </a:lnSpc>
              <a:spcAft>
                <a:spcPts val="0"/>
              </a:spcAft>
              <a:buFont typeface="Symbol" panose="05050102010706020507" pitchFamily="18" charset="2"/>
              <a:buChar char=""/>
            </a:pPr>
            <a:r>
              <a:rPr lang="en-IN" sz="2000" dirty="0">
                <a:latin typeface="Times New Roman" panose="02020603050405020304" pitchFamily="18" charset="0"/>
                <a:ea typeface="Calibri" panose="020F0502020204030204" pitchFamily="34" charset="0"/>
                <a:cs typeface="Times New Roman" panose="02020603050405020304" pitchFamily="18" charset="0"/>
              </a:rPr>
              <a:t>The System keeps track of the transactions in the RTO office.</a:t>
            </a:r>
            <a:endParaRPr lang="en-IN"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15000"/>
              </a:lnSpc>
              <a:spcAft>
                <a:spcPts val="0"/>
              </a:spcAft>
              <a:buFont typeface="Symbol" panose="05050102010706020507" pitchFamily="18" charset="2"/>
              <a:buChar char=""/>
            </a:pPr>
            <a:r>
              <a:rPr lang="en-IN" sz="2000" dirty="0">
                <a:latin typeface="Times New Roman" panose="02020603050405020304" pitchFamily="18" charset="0"/>
                <a:ea typeface="Calibri" panose="020F0502020204030204" pitchFamily="34" charset="0"/>
                <a:cs typeface="Times New Roman" panose="02020603050405020304" pitchFamily="18" charset="0"/>
              </a:rPr>
              <a:t>It maintains Renewal of Online LLR Form, Registration Form, Issue of permanent license, learner’s License, Renewal of permanent license, Issue of learner’s license, payment against challan and finally it produce printouts to payment of customers.</a:t>
            </a:r>
            <a:endParaRPr lang="en-IN"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15000"/>
              </a:lnSpc>
              <a:spcAft>
                <a:spcPts val="0"/>
              </a:spcAft>
              <a:buFont typeface="Symbol" panose="05050102010706020507" pitchFamily="18" charset="2"/>
              <a:buChar char=""/>
            </a:pPr>
            <a:r>
              <a:rPr lang="en-IN" sz="2000" dirty="0">
                <a:latin typeface="Times New Roman" panose="02020603050405020304" pitchFamily="18" charset="0"/>
                <a:ea typeface="Calibri" panose="020F0502020204030204" pitchFamily="34" charset="0"/>
                <a:cs typeface="Times New Roman" panose="02020603050405020304" pitchFamily="18" charset="0"/>
              </a:rPr>
              <a:t>This project prepared RTO office to maintain all the records like issuing the LL, DL, Vehicle registration, Vehicle ownership transfer etc. This will automate the process of registration of vehicle and issuing driving license process.</a:t>
            </a:r>
            <a:endParaRPr lang="en-IN"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Symbol" panose="05050102010706020507" pitchFamily="18" charset="2"/>
              <a:buChar char=""/>
            </a:pPr>
            <a:r>
              <a:rPr lang="en-IN" sz="2000" dirty="0">
                <a:latin typeface="Times New Roman" panose="02020603050405020304" pitchFamily="18" charset="0"/>
                <a:ea typeface="Calibri" panose="020F0502020204030204" pitchFamily="34" charset="0"/>
                <a:cs typeface="Times New Roman" panose="02020603050405020304" pitchFamily="18" charset="0"/>
              </a:rPr>
              <a:t>System helps user to find their vehicle Information through online.</a:t>
            </a:r>
            <a:endParaRPr lang="en-IN"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Rectangle 2">
            <a:extLst>
              <a:ext uri="{FF2B5EF4-FFF2-40B4-BE49-F238E27FC236}">
                <a16:creationId xmlns:a16="http://schemas.microsoft.com/office/drawing/2014/main" id="{0DDEF867-DD4F-45E3-8641-5DF3F939F8C3}"/>
              </a:ext>
            </a:extLst>
          </p:cNvPr>
          <p:cNvSpPr/>
          <p:nvPr/>
        </p:nvSpPr>
        <p:spPr>
          <a:xfrm>
            <a:off x="423080" y="4408984"/>
            <a:ext cx="6096000" cy="1947200"/>
          </a:xfrm>
          <a:prstGeom prst="rect">
            <a:avLst/>
          </a:prstGeom>
        </p:spPr>
        <p:txBody>
          <a:bodyPr>
            <a:spAutoFit/>
          </a:bodyPr>
          <a:lstStyle/>
          <a:p>
            <a:pPr marL="342900" indent="-342900" algn="just">
              <a:lnSpc>
                <a:spcPct val="115000"/>
              </a:lnSpc>
              <a:spcAft>
                <a:spcPts val="1000"/>
              </a:spcAft>
              <a:buFont typeface="Wingdings" panose="05000000000000000000" pitchFamily="2" charset="2"/>
              <a:buChar char="v"/>
            </a:pPr>
            <a:r>
              <a:rPr lang="en-IN" sz="2400" b="1" dirty="0">
                <a:latin typeface="Times New Roman" panose="02020603050405020304" pitchFamily="18" charset="0"/>
                <a:ea typeface="Calibri" panose="020F0502020204030204" pitchFamily="34" charset="0"/>
                <a:cs typeface="Times New Roman" panose="02020603050405020304" pitchFamily="18" charset="0"/>
              </a:rPr>
              <a:t>1.3 </a:t>
            </a:r>
            <a:r>
              <a:rPr lang="en-IN" sz="2400" b="1" u="sng" dirty="0">
                <a:latin typeface="Times New Roman" panose="02020603050405020304" pitchFamily="18" charset="0"/>
                <a:ea typeface="Calibri" panose="020F0502020204030204" pitchFamily="34" charset="0"/>
                <a:cs typeface="Times New Roman" panose="02020603050405020304" pitchFamily="18" charset="0"/>
              </a:rPr>
              <a:t>Hardware Interfaces</a:t>
            </a:r>
            <a:endParaRPr lang="en-IN" b="1" u="sng"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Operating system:</a:t>
            </a:r>
            <a:r>
              <a:rPr lang="en-US" sz="2000" dirty="0">
                <a:latin typeface="Times New Roman" panose="02020603050405020304" pitchFamily="18" charset="0"/>
                <a:cs typeface="Times New Roman" panose="02020603050405020304" pitchFamily="18" charset="0"/>
              </a:rPr>
              <a:t> Windows XP / Windows 7</a:t>
            </a:r>
            <a:endParaRPr lang="en-IN" sz="2000" dirty="0">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Hard disk:</a:t>
            </a:r>
            <a:r>
              <a:rPr lang="en-US" sz="2000" dirty="0">
                <a:latin typeface="Times New Roman" panose="02020603050405020304" pitchFamily="18" charset="0"/>
                <a:cs typeface="Times New Roman" panose="02020603050405020304" pitchFamily="18" charset="0"/>
              </a:rPr>
              <a:t> 40 GB hard disk</a:t>
            </a:r>
            <a:endParaRPr lang="en-IN" sz="2000" dirty="0">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RAM :</a:t>
            </a:r>
            <a:r>
              <a:rPr lang="en-US" sz="2000" dirty="0">
                <a:latin typeface="Times New Roman" panose="02020603050405020304" pitchFamily="18" charset="0"/>
                <a:cs typeface="Times New Roman" panose="02020603050405020304" pitchFamily="18" charset="0"/>
              </a:rPr>
              <a:t> 1 GB RAM</a:t>
            </a:r>
            <a:endParaRPr lang="en-IN" sz="2000" dirty="0">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Processor:</a:t>
            </a:r>
            <a:r>
              <a:rPr lang="en-US" sz="2000" dirty="0">
                <a:latin typeface="Times New Roman" panose="02020603050405020304" pitchFamily="18" charset="0"/>
                <a:cs typeface="Times New Roman" panose="02020603050405020304" pitchFamily="18" charset="0"/>
              </a:rPr>
              <a:t> Intel  Pentium or above</a:t>
            </a:r>
            <a:endParaRPr lang="en-IN" sz="20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2EACF81D-C075-42EC-B8E8-5C8D799A87A9}"/>
              </a:ext>
            </a:extLst>
          </p:cNvPr>
          <p:cNvPicPr>
            <a:picLocks noChangeAspect="1"/>
          </p:cNvPicPr>
          <p:nvPr/>
        </p:nvPicPr>
        <p:blipFill>
          <a:blip r:embed="rId2"/>
          <a:stretch>
            <a:fillRect/>
          </a:stretch>
        </p:blipFill>
        <p:spPr>
          <a:xfrm>
            <a:off x="7695702" y="5073622"/>
            <a:ext cx="885825" cy="1133475"/>
          </a:xfrm>
          <a:prstGeom prst="rect">
            <a:avLst/>
          </a:prstGeom>
        </p:spPr>
      </p:pic>
      <p:sp>
        <p:nvSpPr>
          <p:cNvPr id="5" name="Slide Number Placeholder 4">
            <a:extLst>
              <a:ext uri="{FF2B5EF4-FFF2-40B4-BE49-F238E27FC236}">
                <a16:creationId xmlns:a16="http://schemas.microsoft.com/office/drawing/2014/main" id="{55DFABCD-44AF-4378-9213-C1E8D59AA3C1}"/>
              </a:ext>
            </a:extLst>
          </p:cNvPr>
          <p:cNvSpPr>
            <a:spLocks noGrp="1"/>
          </p:cNvSpPr>
          <p:nvPr>
            <p:ph type="sldNum" sz="quarter" idx="12"/>
          </p:nvPr>
        </p:nvSpPr>
        <p:spPr>
          <a:xfrm>
            <a:off x="11095631" y="6356184"/>
            <a:ext cx="812390" cy="365125"/>
          </a:xfrm>
        </p:spPr>
        <p:txBody>
          <a:bodyPr/>
          <a:lstStyle/>
          <a:p>
            <a:r>
              <a:rPr lang="en-IN" sz="1050" b="1" dirty="0">
                <a:solidFill>
                  <a:schemeClr val="tx1">
                    <a:lumMod val="95000"/>
                    <a:lumOff val="5000"/>
                  </a:schemeClr>
                </a:solidFill>
                <a:latin typeface="Times New Roman" panose="02020603050405020304" pitchFamily="18" charset="0"/>
                <a:cs typeface="Times New Roman" panose="02020603050405020304" pitchFamily="18" charset="0"/>
              </a:rPr>
              <a:t>PG NO: </a:t>
            </a:r>
            <a:fld id="{B54A08B0-5A9A-4946-919B-A6856108856E}" type="slidenum">
              <a:rPr lang="en-IN" sz="1050" b="1" smtClean="0">
                <a:solidFill>
                  <a:schemeClr val="tx1">
                    <a:lumMod val="95000"/>
                    <a:lumOff val="5000"/>
                  </a:schemeClr>
                </a:solidFill>
                <a:latin typeface="Times New Roman" panose="02020603050405020304" pitchFamily="18" charset="0"/>
                <a:cs typeface="Times New Roman" panose="02020603050405020304" pitchFamily="18" charset="0"/>
              </a:rPr>
              <a:t>5</a:t>
            </a:fld>
            <a:endParaRPr lang="en-IN" sz="105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1945482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6A7B034-DB0B-43A9-B2C4-798455A68BB1}"/>
              </a:ext>
            </a:extLst>
          </p:cNvPr>
          <p:cNvSpPr/>
          <p:nvPr/>
        </p:nvSpPr>
        <p:spPr>
          <a:xfrm>
            <a:off x="490330" y="265043"/>
            <a:ext cx="6665844" cy="2427844"/>
          </a:xfrm>
          <a:prstGeom prst="rect">
            <a:avLst/>
          </a:prstGeom>
        </p:spPr>
        <p:txBody>
          <a:bodyPr wrap="square">
            <a:spAutoFit/>
          </a:bodyPr>
          <a:lstStyle/>
          <a:p>
            <a:pPr marL="342900" indent="-342900">
              <a:lnSpc>
                <a:spcPts val="1200"/>
              </a:lnSpc>
              <a:spcBef>
                <a:spcPts val="1200"/>
              </a:spcBef>
              <a:spcAft>
                <a:spcPts val="1200"/>
              </a:spcAft>
              <a:buFont typeface="Wingdings" panose="05000000000000000000" pitchFamily="2" charset="2"/>
              <a:buChar char="v"/>
            </a:pP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1.4 </a:t>
            </a:r>
            <a:r>
              <a:rPr lang="en-US" sz="2400" b="1" u="sng" dirty="0">
                <a:latin typeface="Times New Roman" panose="02020603050405020304" pitchFamily="18" charset="0"/>
                <a:ea typeface="Times New Roman" panose="02020603050405020304" pitchFamily="18" charset="0"/>
                <a:cs typeface="Times New Roman" panose="02020603050405020304" pitchFamily="18" charset="0"/>
              </a:rPr>
              <a:t>Software Interface</a:t>
            </a:r>
            <a:endParaRPr lang="en-IN" sz="2400" b="1" u="sng" dirty="0">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nSpc>
                <a:spcPct val="150000"/>
              </a:lnSpc>
              <a:spcAft>
                <a:spcPts val="0"/>
              </a:spcAft>
              <a:buFont typeface="Symbol" panose="05050102010706020507" pitchFamily="18" charset="2"/>
              <a:buChar char=""/>
            </a:pPr>
            <a:r>
              <a:rPr lang="en-US" dirty="0">
                <a:latin typeface="Times New Roman" panose="02020603050405020304" pitchFamily="18" charset="0"/>
                <a:ea typeface="Times New Roman" panose="02020603050405020304" pitchFamily="18" charset="0"/>
                <a:cs typeface="Times New Roman" panose="02020603050405020304" pitchFamily="18" charset="0"/>
              </a:rPr>
              <a:t>XAMPP 1.8.2</a:t>
            </a:r>
            <a:endParaRPr lang="en-IN" dirty="0">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nSpc>
                <a:spcPct val="150000"/>
              </a:lnSpc>
              <a:spcAft>
                <a:spcPts val="0"/>
              </a:spcAft>
              <a:buFont typeface="Symbol" panose="05050102010706020507" pitchFamily="18" charset="2"/>
              <a:buChar char=""/>
            </a:pPr>
            <a:r>
              <a:rPr lang="en-US" dirty="0">
                <a:latin typeface="Times New Roman" panose="02020603050405020304" pitchFamily="18" charset="0"/>
                <a:ea typeface="Times New Roman" panose="02020603050405020304" pitchFamily="18" charset="0"/>
                <a:cs typeface="Times New Roman" panose="02020603050405020304" pitchFamily="18" charset="0"/>
              </a:rPr>
              <a:t>Apache server</a:t>
            </a:r>
            <a:endParaRPr lang="en-IN" dirty="0">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nSpc>
                <a:spcPct val="150000"/>
              </a:lnSpc>
              <a:spcAft>
                <a:spcPts val="0"/>
              </a:spcAft>
              <a:buFont typeface="Symbol" panose="05050102010706020507" pitchFamily="18" charset="2"/>
              <a:buChar char=""/>
            </a:pPr>
            <a:r>
              <a:rPr lang="en-US" dirty="0">
                <a:latin typeface="Times New Roman" panose="02020603050405020304" pitchFamily="18" charset="0"/>
                <a:ea typeface="Times New Roman" panose="02020603050405020304" pitchFamily="18" charset="0"/>
                <a:cs typeface="Times New Roman" panose="02020603050405020304" pitchFamily="18" charset="0"/>
              </a:rPr>
              <a:t>PHP 5.4</a:t>
            </a:r>
            <a:endParaRPr lang="en-IN" dirty="0">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nSpc>
                <a:spcPct val="150000"/>
              </a:lnSpc>
              <a:spcAft>
                <a:spcPts val="0"/>
              </a:spcAft>
              <a:buFont typeface="Symbol" panose="05050102010706020507" pitchFamily="18" charset="2"/>
              <a:buChar char=""/>
            </a:pPr>
            <a:r>
              <a:rPr lang="en-IN" dirty="0">
                <a:latin typeface="Times New Roman" panose="02020603050405020304" pitchFamily="18" charset="0"/>
                <a:ea typeface="Calibri" panose="020F0502020204030204" pitchFamily="34" charset="0"/>
                <a:cs typeface="Times New Roman" panose="02020603050405020304" pitchFamily="18" charset="0"/>
              </a:rPr>
              <a:t>MYSQL server 5.5</a:t>
            </a:r>
          </a:p>
          <a:p>
            <a:pPr marL="342900" lvl="0" indent="-342900">
              <a:lnSpc>
                <a:spcPct val="150000"/>
              </a:lnSpc>
              <a:spcAft>
                <a:spcPts val="0"/>
              </a:spcAft>
              <a:buFont typeface="Symbol" panose="05050102010706020507" pitchFamily="18" charset="2"/>
              <a:buChar char=""/>
            </a:pPr>
            <a:r>
              <a:rPr lang="en-IN" dirty="0">
                <a:latin typeface="Times New Roman" panose="02020603050405020304" pitchFamily="18" charset="0"/>
                <a:ea typeface="Calibri" panose="020F0502020204030204" pitchFamily="34" charset="0"/>
                <a:cs typeface="Times New Roman" panose="02020603050405020304" pitchFamily="18" charset="0"/>
              </a:rPr>
              <a:t>Notepad++</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Rectangle 2">
            <a:extLst>
              <a:ext uri="{FF2B5EF4-FFF2-40B4-BE49-F238E27FC236}">
                <a16:creationId xmlns:a16="http://schemas.microsoft.com/office/drawing/2014/main" id="{36B00E78-B4B5-4675-8EB6-4E0D3B131225}"/>
              </a:ext>
            </a:extLst>
          </p:cNvPr>
          <p:cNvSpPr/>
          <p:nvPr/>
        </p:nvSpPr>
        <p:spPr>
          <a:xfrm>
            <a:off x="344556" y="2910868"/>
            <a:ext cx="9223513" cy="2908489"/>
          </a:xfrm>
          <a:prstGeom prst="rect">
            <a:avLst/>
          </a:prstGeom>
        </p:spPr>
        <p:txBody>
          <a:bodyPr wrap="square">
            <a:spAutoFit/>
          </a:bodyPr>
          <a:lstStyle/>
          <a:p>
            <a:pPr marL="342900" indent="-342900">
              <a:lnSpc>
                <a:spcPts val="1200"/>
              </a:lnSpc>
              <a:spcBef>
                <a:spcPts val="1200"/>
              </a:spcBef>
              <a:spcAft>
                <a:spcPts val="1200"/>
              </a:spcAft>
              <a:buFont typeface="Wingdings" panose="05000000000000000000" pitchFamily="2" charset="2"/>
              <a:buChar char="v"/>
            </a:pP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1.5 </a:t>
            </a:r>
            <a:r>
              <a:rPr lang="en-US" sz="2400" b="1" u="sng" dirty="0">
                <a:latin typeface="Times New Roman" panose="02020603050405020304" pitchFamily="18" charset="0"/>
                <a:ea typeface="Times New Roman" panose="02020603050405020304" pitchFamily="18" charset="0"/>
                <a:cs typeface="Times New Roman" panose="02020603050405020304" pitchFamily="18" charset="0"/>
              </a:rPr>
              <a:t>Communication Interface</a:t>
            </a:r>
            <a:endParaRPr lang="en-IN" sz="2400" b="1" u="sng" dirty="0">
              <a:latin typeface="Times New Roman" panose="02020603050405020304" pitchFamily="18" charset="0"/>
              <a:ea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q"/>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The project shall use the HTTP protocol for communication over the internet and for the intranet communication will be through TCP/IP protocol suite.</a:t>
            </a:r>
            <a:r>
              <a:rPr lang="en-IN" sz="3200" b="1" dirty="0">
                <a:latin typeface="Times New Roman" panose="02020603050405020304" pitchFamily="18" charset="0"/>
                <a:cs typeface="Times New Roman" panose="02020603050405020304" pitchFamily="18" charset="0"/>
              </a:rPr>
              <a:t> </a:t>
            </a:r>
          </a:p>
          <a:p>
            <a:pPr marL="342900" indent="-342900">
              <a:buFont typeface="Arial" panose="020B0604020202020204" pitchFamily="34" charset="0"/>
              <a:buChar char="•"/>
            </a:pPr>
            <a:endParaRPr lang="en-IN" sz="28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IN" sz="2500" b="1" dirty="0">
                <a:latin typeface="Times New Roman" panose="02020603050405020304" pitchFamily="18" charset="0"/>
                <a:cs typeface="Times New Roman" panose="02020603050405020304" pitchFamily="18" charset="0"/>
              </a:rPr>
              <a:t>1.6 </a:t>
            </a:r>
            <a:r>
              <a:rPr lang="en-IN" sz="2500" b="1" u="sng" dirty="0">
                <a:latin typeface="Times New Roman" panose="02020603050405020304" pitchFamily="18" charset="0"/>
                <a:cs typeface="Times New Roman" panose="02020603050405020304" pitchFamily="18" charset="0"/>
              </a:rPr>
              <a:t>Programming Language</a:t>
            </a:r>
            <a:endParaRPr lang="en-IN" sz="2500" u="sng" dirty="0">
              <a:latin typeface="Times New Roman" panose="02020603050405020304" pitchFamily="18" charset="0"/>
              <a:cs typeface="Times New Roman" panose="02020603050405020304" pitchFamily="18" charset="0"/>
            </a:endParaRPr>
          </a:p>
          <a:p>
            <a:pPr marL="342900" lvl="0" indent="-342900">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Front End: PHP</a:t>
            </a:r>
          </a:p>
          <a:p>
            <a:pPr marL="342900" lvl="0" indent="-342900">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Back End: MySQL</a:t>
            </a:r>
          </a:p>
          <a:p>
            <a:pPr marL="228600" indent="228600" algn="just">
              <a:lnSpc>
                <a:spcPts val="1200"/>
              </a:lnSpc>
              <a:spcAft>
                <a:spcPts val="0"/>
              </a:spcAft>
            </a:pPr>
            <a:endParaRPr lang="en-IN" sz="1200" dirty="0">
              <a:effectLst/>
              <a:latin typeface="Times New Roman" panose="02020603050405020304" pitchFamily="18" charset="0"/>
              <a:ea typeface="Times New Roman" panose="02020603050405020304" pitchFamily="18" charset="0"/>
            </a:endParaRPr>
          </a:p>
        </p:txBody>
      </p:sp>
      <p:pic>
        <p:nvPicPr>
          <p:cNvPr id="4" name="Picture 3">
            <a:extLst>
              <a:ext uri="{FF2B5EF4-FFF2-40B4-BE49-F238E27FC236}">
                <a16:creationId xmlns:a16="http://schemas.microsoft.com/office/drawing/2014/main" id="{97CEFAFC-F5C5-47A5-9EC3-5DC63777DFC9}"/>
              </a:ext>
            </a:extLst>
          </p:cNvPr>
          <p:cNvPicPr>
            <a:picLocks noChangeAspect="1"/>
          </p:cNvPicPr>
          <p:nvPr/>
        </p:nvPicPr>
        <p:blipFill>
          <a:blip r:embed="rId2"/>
          <a:stretch>
            <a:fillRect/>
          </a:stretch>
        </p:blipFill>
        <p:spPr>
          <a:xfrm>
            <a:off x="7156174" y="5111405"/>
            <a:ext cx="904875" cy="111442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Picture 4">
            <a:extLst>
              <a:ext uri="{FF2B5EF4-FFF2-40B4-BE49-F238E27FC236}">
                <a16:creationId xmlns:a16="http://schemas.microsoft.com/office/drawing/2014/main" id="{050A7E73-0C74-4143-91A7-41E2802DD019}"/>
              </a:ext>
            </a:extLst>
          </p:cNvPr>
          <p:cNvPicPr/>
          <p:nvPr/>
        </p:nvPicPr>
        <p:blipFill>
          <a:blip r:embed="rId3"/>
          <a:stretch>
            <a:fillRect/>
          </a:stretch>
        </p:blipFill>
        <p:spPr>
          <a:xfrm>
            <a:off x="3718891" y="1181624"/>
            <a:ext cx="990600" cy="11430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6" name="Slide Number Placeholder 5">
            <a:extLst>
              <a:ext uri="{FF2B5EF4-FFF2-40B4-BE49-F238E27FC236}">
                <a16:creationId xmlns:a16="http://schemas.microsoft.com/office/drawing/2014/main" id="{EBB43614-8A90-4906-ADC6-133FE1A8994B}"/>
              </a:ext>
            </a:extLst>
          </p:cNvPr>
          <p:cNvSpPr>
            <a:spLocks noGrp="1"/>
          </p:cNvSpPr>
          <p:nvPr>
            <p:ph type="sldNum" sz="quarter" idx="12"/>
          </p:nvPr>
        </p:nvSpPr>
        <p:spPr>
          <a:xfrm>
            <a:off x="11204813" y="6341613"/>
            <a:ext cx="785094" cy="365125"/>
          </a:xfrm>
        </p:spPr>
        <p:txBody>
          <a:bodyPr/>
          <a:lstStyle/>
          <a:p>
            <a:r>
              <a:rPr lang="en-IN" sz="1050" b="1" dirty="0">
                <a:solidFill>
                  <a:schemeClr val="tx1">
                    <a:lumMod val="95000"/>
                    <a:lumOff val="5000"/>
                  </a:schemeClr>
                </a:solidFill>
                <a:latin typeface="Times New Roman" panose="02020603050405020304" pitchFamily="18" charset="0"/>
                <a:cs typeface="Times New Roman" panose="02020603050405020304" pitchFamily="18" charset="0"/>
              </a:rPr>
              <a:t>PG NO: </a:t>
            </a:r>
            <a:fld id="{B54A08B0-5A9A-4946-919B-A6856108856E}" type="slidenum">
              <a:rPr lang="en-IN" sz="1050" b="1" smtClean="0">
                <a:solidFill>
                  <a:schemeClr val="tx1">
                    <a:lumMod val="95000"/>
                    <a:lumOff val="5000"/>
                  </a:schemeClr>
                </a:solidFill>
                <a:latin typeface="Times New Roman" panose="02020603050405020304" pitchFamily="18" charset="0"/>
                <a:cs typeface="Times New Roman" panose="02020603050405020304" pitchFamily="18" charset="0"/>
              </a:rPr>
              <a:t>6</a:t>
            </a:fld>
            <a:endParaRPr lang="en-IN" sz="105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02366903"/>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ontent Placeholder 12">
            <a:extLst>
              <a:ext uri="{FF2B5EF4-FFF2-40B4-BE49-F238E27FC236}">
                <a16:creationId xmlns:a16="http://schemas.microsoft.com/office/drawing/2014/main" id="{138920B5-BA76-4FBF-BEC9-8C25911A3305}"/>
              </a:ext>
            </a:extLst>
          </p:cNvPr>
          <p:cNvSpPr>
            <a:spLocks noGrp="1"/>
          </p:cNvSpPr>
          <p:nvPr>
            <p:ph idx="1"/>
          </p:nvPr>
        </p:nvSpPr>
        <p:spPr>
          <a:xfrm>
            <a:off x="-132522" y="649358"/>
            <a:ext cx="9806609" cy="5340626"/>
          </a:xfrm>
        </p:spPr>
        <p:txBody>
          <a:bodyPr>
            <a:normAutofit/>
          </a:bodyPr>
          <a:lstStyle/>
          <a:p>
            <a:pPr marL="804545">
              <a:lnSpc>
                <a:spcPts val="1200"/>
              </a:lnSpc>
              <a:spcBef>
                <a:spcPts val="600"/>
              </a:spcBef>
            </a:pPr>
            <a:endParaRPr lang="en-US" sz="2200" dirty="0">
              <a:latin typeface="Times New Roman" panose="02020603050405020304" pitchFamily="18" charset="0"/>
              <a:ea typeface="Times New Roman" panose="02020603050405020304" pitchFamily="18" charset="0"/>
            </a:endParaRPr>
          </a:p>
          <a:p>
            <a:pPr marL="804545">
              <a:lnSpc>
                <a:spcPts val="1200"/>
              </a:lnSpc>
              <a:spcBef>
                <a:spcPts val="600"/>
              </a:spcBef>
              <a:buClrTx/>
              <a:buFont typeface="Wingdings" panose="05000000000000000000" pitchFamily="2" charset="2"/>
              <a:buChar char="v"/>
            </a:pPr>
            <a:r>
              <a:rPr lang="en-US" sz="2200" b="1" dirty="0">
                <a:latin typeface="Times New Roman" panose="02020603050405020304" pitchFamily="18" charset="0"/>
                <a:ea typeface="Times New Roman" panose="02020603050405020304" pitchFamily="18" charset="0"/>
              </a:rPr>
              <a:t>1.7</a:t>
            </a:r>
            <a:r>
              <a:rPr lang="en-US" sz="2200" dirty="0">
                <a:latin typeface="Times New Roman" panose="02020603050405020304" pitchFamily="18" charset="0"/>
                <a:ea typeface="Times New Roman" panose="02020603050405020304" pitchFamily="18" charset="0"/>
              </a:rPr>
              <a:t> </a:t>
            </a:r>
            <a:r>
              <a:rPr lang="en-US" sz="2400" b="1" u="sng" dirty="0">
                <a:latin typeface="Times New Roman" panose="02020603050405020304" pitchFamily="18" charset="0"/>
                <a:ea typeface="Times New Roman" panose="02020603050405020304" pitchFamily="18" charset="0"/>
              </a:rPr>
              <a:t>User Interface</a:t>
            </a:r>
            <a:endParaRPr lang="en-US" sz="1400" b="1" u="sng" dirty="0">
              <a:latin typeface="Times New Roman" panose="02020603050405020304" pitchFamily="18" charset="0"/>
              <a:ea typeface="Times New Roman" panose="02020603050405020304" pitchFamily="18" charset="0"/>
            </a:endParaRPr>
          </a:p>
          <a:p>
            <a:pPr marL="804545">
              <a:lnSpc>
                <a:spcPts val="1200"/>
              </a:lnSpc>
              <a:spcBef>
                <a:spcPts val="600"/>
              </a:spcBef>
            </a:pPr>
            <a:endParaRPr lang="en-US" sz="1200" dirty="0">
              <a:latin typeface="Times New Roman" panose="02020603050405020304" pitchFamily="18" charset="0"/>
              <a:ea typeface="Times New Roman" panose="02020603050405020304" pitchFamily="18" charset="0"/>
            </a:endParaRPr>
          </a:p>
          <a:p>
            <a:pPr marL="461645" indent="0">
              <a:lnSpc>
                <a:spcPts val="1200"/>
              </a:lnSpc>
              <a:spcBef>
                <a:spcPts val="600"/>
              </a:spcBef>
              <a:buNone/>
            </a:pPr>
            <a:r>
              <a:rPr lang="en-US" sz="2200" dirty="0">
                <a:latin typeface="Times New Roman" panose="02020603050405020304" pitchFamily="18" charset="0"/>
                <a:ea typeface="Times New Roman" panose="02020603050405020304" pitchFamily="18" charset="0"/>
              </a:rPr>
              <a:t>The major user classes that are expected to use this product are as follows:</a:t>
            </a:r>
            <a:endParaRPr lang="en-IN" sz="2200" dirty="0">
              <a:latin typeface="Times New Roman" panose="02020603050405020304" pitchFamily="18" charset="0"/>
              <a:ea typeface="Times New Roman" panose="02020603050405020304" pitchFamily="18" charset="0"/>
            </a:endParaRPr>
          </a:p>
          <a:p>
            <a:pPr marL="804545">
              <a:lnSpc>
                <a:spcPts val="1200"/>
              </a:lnSpc>
              <a:spcBef>
                <a:spcPts val="1200"/>
              </a:spcBef>
              <a:buFont typeface="Wingdings" panose="05000000000000000000" pitchFamily="2" charset="2"/>
              <a:buChar char="v"/>
            </a:pPr>
            <a:r>
              <a:rPr lang="en-US" sz="2000" b="1" dirty="0">
                <a:latin typeface="Times New Roman" panose="02020603050405020304" pitchFamily="18" charset="0"/>
                <a:ea typeface="Times New Roman" panose="02020603050405020304" pitchFamily="18" charset="0"/>
              </a:rPr>
              <a:t>Administrator:</a:t>
            </a:r>
          </a:p>
          <a:p>
            <a:pPr marL="804545">
              <a:lnSpc>
                <a:spcPts val="1200"/>
              </a:lnSpc>
              <a:spcBef>
                <a:spcPts val="1200"/>
              </a:spcBef>
              <a:buSzPct val="100000"/>
              <a:buFont typeface="Arial" panose="020B0604020202020204" pitchFamily="34" charset="0"/>
              <a:buChar char="•"/>
            </a:pPr>
            <a:r>
              <a:rPr lang="en-US" dirty="0">
                <a:latin typeface="Times New Roman" panose="02020603050405020304" pitchFamily="18" charset="0"/>
                <a:ea typeface="Times New Roman" panose="02020603050405020304" pitchFamily="18" charset="0"/>
              </a:rPr>
              <a:t> Administrator is a super user treated as owner of this site.  He can have all the</a:t>
            </a:r>
          </a:p>
          <a:p>
            <a:pPr marL="461645" indent="0">
              <a:lnSpc>
                <a:spcPts val="1200"/>
              </a:lnSpc>
              <a:spcBef>
                <a:spcPts val="1200"/>
              </a:spcBef>
              <a:buNone/>
            </a:pPr>
            <a:r>
              <a:rPr lang="en-US" dirty="0">
                <a:latin typeface="Times New Roman" panose="02020603050405020304" pitchFamily="18" charset="0"/>
                <a:ea typeface="Times New Roman" panose="02020603050405020304" pitchFamily="18" charset="0"/>
              </a:rPr>
              <a:t>         privileges. </a:t>
            </a:r>
          </a:p>
          <a:p>
            <a:pPr marL="747395" indent="-285750">
              <a:lnSpc>
                <a:spcPts val="1200"/>
              </a:lnSpc>
              <a:spcBef>
                <a:spcPts val="1200"/>
              </a:spcBef>
              <a:buSzPct val="100000"/>
              <a:buFont typeface="Arial" panose="020B0604020202020204" pitchFamily="34" charset="0"/>
              <a:buChar char="•"/>
            </a:pPr>
            <a:r>
              <a:rPr lang="en-US" dirty="0">
                <a:latin typeface="Times New Roman" panose="02020603050405020304" pitchFamily="18" charset="0"/>
                <a:ea typeface="Times New Roman" panose="02020603050405020304" pitchFamily="18" charset="0"/>
              </a:rPr>
              <a:t> Administrator managing completed features of the website. Admin can approve</a:t>
            </a:r>
          </a:p>
          <a:p>
            <a:pPr marL="461645" indent="0">
              <a:lnSpc>
                <a:spcPts val="1200"/>
              </a:lnSpc>
              <a:spcBef>
                <a:spcPts val="1200"/>
              </a:spcBef>
              <a:buNone/>
            </a:pPr>
            <a:r>
              <a:rPr lang="en-US" dirty="0">
                <a:latin typeface="Times New Roman" panose="02020603050405020304" pitchFamily="18" charset="0"/>
                <a:ea typeface="Times New Roman" panose="02020603050405020304" pitchFamily="18" charset="0"/>
              </a:rPr>
              <a:t>      driving license, vehicle registrations, etc. Administrator can add employees for</a:t>
            </a:r>
          </a:p>
          <a:p>
            <a:pPr marL="461645" indent="0">
              <a:lnSpc>
                <a:spcPts val="1200"/>
              </a:lnSpc>
              <a:spcBef>
                <a:spcPts val="1200"/>
              </a:spcBef>
              <a:buNone/>
            </a:pPr>
            <a:r>
              <a:rPr lang="en-US" dirty="0">
                <a:latin typeface="Times New Roman" panose="02020603050405020304" pitchFamily="18" charset="0"/>
                <a:ea typeface="Times New Roman" panose="02020603050405020304" pitchFamily="18" charset="0"/>
              </a:rPr>
              <a:t>      each branches.</a:t>
            </a:r>
            <a:endParaRPr lang="en-IN" dirty="0">
              <a:latin typeface="Times New Roman" panose="02020603050405020304" pitchFamily="18" charset="0"/>
              <a:ea typeface="Times New Roman" panose="02020603050405020304" pitchFamily="18" charset="0"/>
            </a:endParaRPr>
          </a:p>
          <a:p>
            <a:pPr marL="804545">
              <a:lnSpc>
                <a:spcPts val="1200"/>
              </a:lnSpc>
              <a:spcBef>
                <a:spcPts val="1200"/>
              </a:spcBef>
              <a:buFont typeface="Wingdings" panose="05000000000000000000" pitchFamily="2" charset="2"/>
              <a:buChar char="v"/>
            </a:pPr>
            <a:r>
              <a:rPr lang="en-US" sz="2000" b="1" dirty="0">
                <a:latin typeface="Times New Roman" panose="02020603050405020304" pitchFamily="18" charset="0"/>
                <a:ea typeface="Times New Roman" panose="02020603050405020304" pitchFamily="18" charset="0"/>
              </a:rPr>
              <a:t>Employee</a:t>
            </a:r>
            <a:r>
              <a:rPr lang="en-US" sz="2000" dirty="0">
                <a:latin typeface="Times New Roman" panose="02020603050405020304" pitchFamily="18" charset="0"/>
                <a:ea typeface="Times New Roman" panose="02020603050405020304" pitchFamily="18" charset="0"/>
              </a:rPr>
              <a:t>: </a:t>
            </a:r>
          </a:p>
          <a:p>
            <a:pPr marL="804545">
              <a:lnSpc>
                <a:spcPts val="1200"/>
              </a:lnSpc>
              <a:spcBef>
                <a:spcPts val="1200"/>
              </a:spcBef>
              <a:buSzPct val="100000"/>
              <a:buFont typeface="Arial" panose="020B0604020202020204" pitchFamily="34" charset="0"/>
              <a:buChar char="•"/>
            </a:pPr>
            <a:r>
              <a:rPr lang="en-US" dirty="0">
                <a:latin typeface="Times New Roman" panose="02020603050405020304" pitchFamily="18" charset="0"/>
                <a:ea typeface="Times New Roman" panose="02020603050405020304" pitchFamily="18" charset="0"/>
              </a:rPr>
              <a:t>Employees are working for RTO Company who verifies user profile.</a:t>
            </a:r>
            <a:endParaRPr lang="en-IN" dirty="0">
              <a:latin typeface="Times New Roman" panose="02020603050405020304" pitchFamily="18" charset="0"/>
              <a:ea typeface="Times New Roman" panose="02020603050405020304" pitchFamily="18" charset="0"/>
            </a:endParaRPr>
          </a:p>
          <a:p>
            <a:pPr marL="461645" indent="0">
              <a:lnSpc>
                <a:spcPts val="1200"/>
              </a:lnSpc>
              <a:spcBef>
                <a:spcPts val="1200"/>
              </a:spcBef>
              <a:buNone/>
            </a:pPr>
            <a:r>
              <a:rPr lang="en-US" dirty="0">
                <a:latin typeface="Times New Roman" panose="02020603050405020304" pitchFamily="18" charset="0"/>
                <a:ea typeface="Times New Roman" panose="02020603050405020304" pitchFamily="18" charset="0"/>
              </a:rPr>
              <a:t> </a:t>
            </a:r>
            <a:endParaRPr lang="en-IN" dirty="0">
              <a:latin typeface="Times New Roman" panose="02020603050405020304" pitchFamily="18" charset="0"/>
              <a:ea typeface="Times New Roman" panose="02020603050405020304" pitchFamily="18" charset="0"/>
            </a:endParaRPr>
          </a:p>
          <a:p>
            <a:pPr marL="804545">
              <a:lnSpc>
                <a:spcPts val="1200"/>
              </a:lnSpc>
              <a:spcBef>
                <a:spcPts val="1200"/>
              </a:spcBef>
              <a:buFont typeface="Wingdings" panose="05000000000000000000" pitchFamily="2" charset="2"/>
              <a:buChar char="v"/>
            </a:pPr>
            <a:r>
              <a:rPr lang="en-US" sz="2000" b="1" dirty="0">
                <a:latin typeface="Times New Roman" panose="02020603050405020304" pitchFamily="18" charset="0"/>
                <a:ea typeface="Times New Roman" panose="02020603050405020304" pitchFamily="18" charset="0"/>
              </a:rPr>
              <a:t>User</a:t>
            </a:r>
            <a:r>
              <a:rPr lang="en-US" sz="2000" dirty="0">
                <a:latin typeface="Times New Roman" panose="02020603050405020304" pitchFamily="18" charset="0"/>
                <a:ea typeface="Times New Roman" panose="02020603050405020304" pitchFamily="18" charset="0"/>
              </a:rPr>
              <a:t>:</a:t>
            </a:r>
          </a:p>
          <a:p>
            <a:pPr marL="747395" indent="-285750">
              <a:lnSpc>
                <a:spcPts val="1200"/>
              </a:lnSpc>
              <a:spcBef>
                <a:spcPts val="1200"/>
              </a:spcBef>
              <a:buSzPct val="100000"/>
              <a:buFont typeface="Arial" panose="020B0604020202020204" pitchFamily="34" charset="0"/>
              <a:buChar char="•"/>
            </a:pPr>
            <a:r>
              <a:rPr lang="en-US" dirty="0">
                <a:latin typeface="Times New Roman" panose="02020603050405020304" pitchFamily="18" charset="0"/>
                <a:ea typeface="Times New Roman" panose="02020603050405020304" pitchFamily="18" charset="0"/>
              </a:rPr>
              <a:t> Users are citizens of India who can apply for LLR, permanent license,</a:t>
            </a:r>
          </a:p>
          <a:p>
            <a:pPr marL="461645" indent="0">
              <a:lnSpc>
                <a:spcPts val="1200"/>
              </a:lnSpc>
              <a:spcBef>
                <a:spcPts val="1200"/>
              </a:spcBef>
              <a:buNone/>
            </a:pPr>
            <a:r>
              <a:rPr lang="en-US" dirty="0">
                <a:latin typeface="Times New Roman" panose="02020603050405020304" pitchFamily="18" charset="0"/>
                <a:ea typeface="Times New Roman" panose="02020603050405020304" pitchFamily="18" charset="0"/>
              </a:rPr>
              <a:t>        learner’s License, Renewal of permanent license, Issue of learner’s license</a:t>
            </a:r>
            <a:endParaRPr lang="en-IN" dirty="0">
              <a:latin typeface="Times New Roman" panose="02020603050405020304" pitchFamily="18" charset="0"/>
              <a:ea typeface="Times New Roman" panose="02020603050405020304" pitchFamily="18" charset="0"/>
            </a:endParaRPr>
          </a:p>
        </p:txBody>
      </p:sp>
      <p:pic>
        <p:nvPicPr>
          <p:cNvPr id="3" name="Picture 2">
            <a:extLst>
              <a:ext uri="{FF2B5EF4-FFF2-40B4-BE49-F238E27FC236}">
                <a16:creationId xmlns:a16="http://schemas.microsoft.com/office/drawing/2014/main" id="{5AA65048-A1B8-4A2A-AF0E-2BDEF47228D3}"/>
              </a:ext>
            </a:extLst>
          </p:cNvPr>
          <p:cNvPicPr/>
          <p:nvPr/>
        </p:nvPicPr>
        <p:blipFill>
          <a:blip r:embed="rId2"/>
          <a:stretch>
            <a:fillRect/>
          </a:stretch>
        </p:blipFill>
        <p:spPr>
          <a:xfrm>
            <a:off x="8745897" y="3500651"/>
            <a:ext cx="1019175" cy="115252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 name="Slide Number Placeholder 1">
            <a:extLst>
              <a:ext uri="{FF2B5EF4-FFF2-40B4-BE49-F238E27FC236}">
                <a16:creationId xmlns:a16="http://schemas.microsoft.com/office/drawing/2014/main" id="{AF22F3E0-4D3E-4BE2-97A7-06E704E92D1E}"/>
              </a:ext>
            </a:extLst>
          </p:cNvPr>
          <p:cNvSpPr>
            <a:spLocks noGrp="1"/>
          </p:cNvSpPr>
          <p:nvPr>
            <p:ph type="sldNum" sz="quarter" idx="12"/>
          </p:nvPr>
        </p:nvSpPr>
        <p:spPr>
          <a:xfrm>
            <a:off x="11273052" y="6341613"/>
            <a:ext cx="785094" cy="365125"/>
          </a:xfrm>
        </p:spPr>
        <p:txBody>
          <a:bodyPr/>
          <a:lstStyle/>
          <a:p>
            <a:r>
              <a:rPr lang="en-IN" sz="1050" b="1" dirty="0">
                <a:solidFill>
                  <a:schemeClr val="tx1">
                    <a:lumMod val="95000"/>
                    <a:lumOff val="5000"/>
                  </a:schemeClr>
                </a:solidFill>
                <a:latin typeface="Times New Roman" panose="02020603050405020304" pitchFamily="18" charset="0"/>
                <a:cs typeface="Times New Roman" panose="02020603050405020304" pitchFamily="18" charset="0"/>
              </a:rPr>
              <a:t>PG NO: </a:t>
            </a:r>
            <a:fld id="{B54A08B0-5A9A-4946-919B-A6856108856E}" type="slidenum">
              <a:rPr lang="en-IN" sz="1050" b="1" smtClean="0">
                <a:solidFill>
                  <a:schemeClr val="tx1">
                    <a:lumMod val="95000"/>
                    <a:lumOff val="5000"/>
                  </a:schemeClr>
                </a:solidFill>
                <a:latin typeface="Times New Roman" panose="02020603050405020304" pitchFamily="18" charset="0"/>
                <a:cs typeface="Times New Roman" panose="02020603050405020304" pitchFamily="18" charset="0"/>
              </a:rPr>
              <a:t>7</a:t>
            </a:fld>
            <a:endParaRPr lang="en-IN" sz="105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24379176"/>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76A9938-889C-46E4-AA55-B4910E909E38}"/>
              </a:ext>
            </a:extLst>
          </p:cNvPr>
          <p:cNvSpPr/>
          <p:nvPr/>
        </p:nvSpPr>
        <p:spPr>
          <a:xfrm>
            <a:off x="528305" y="242950"/>
            <a:ext cx="9437329" cy="3327193"/>
          </a:xfrm>
          <a:prstGeom prst="rect">
            <a:avLst/>
          </a:prstGeom>
        </p:spPr>
        <p:txBody>
          <a:bodyPr wrap="square">
            <a:spAutoFit/>
          </a:bodyPr>
          <a:lstStyle/>
          <a:p>
            <a:pPr marL="342900" indent="-342900" algn="just">
              <a:lnSpc>
                <a:spcPct val="115000"/>
              </a:lnSpc>
              <a:spcAft>
                <a:spcPts val="1000"/>
              </a:spcAft>
              <a:buFont typeface="Wingdings" panose="05000000000000000000" pitchFamily="2" charset="2"/>
              <a:buChar char="v"/>
            </a:pPr>
            <a:r>
              <a:rPr lang="en-US" sz="2200" b="1" dirty="0">
                <a:latin typeface="Times New Roman" panose="02020603050405020304" pitchFamily="18" charset="0"/>
                <a:ea typeface="Times New Roman" panose="02020603050405020304" pitchFamily="18" charset="0"/>
              </a:rPr>
              <a:t>1.8 </a:t>
            </a:r>
            <a:r>
              <a:rPr lang="en-US" sz="2200" b="1" u="sng" dirty="0">
                <a:latin typeface="Times New Roman" panose="02020603050405020304" pitchFamily="18" charset="0"/>
                <a:ea typeface="Times New Roman" panose="02020603050405020304" pitchFamily="18" charset="0"/>
              </a:rPr>
              <a:t>Assumptions and Dependencies</a:t>
            </a:r>
          </a:p>
          <a:p>
            <a:pPr marL="342900" lvl="0" indent="-342900" algn="just">
              <a:lnSpc>
                <a:spcPct val="115000"/>
              </a:lnSpc>
              <a:spcAft>
                <a:spcPts val="1000"/>
              </a:spcAft>
              <a:buFont typeface="Symbol" panose="05050102010706020507" pitchFamily="18" charset="2"/>
              <a:buChar char=""/>
            </a:pPr>
            <a:r>
              <a:rPr lang="en-US" dirty="0">
                <a:latin typeface="Times New Roman" panose="02020603050405020304" pitchFamily="18" charset="0"/>
                <a:ea typeface="Times New Roman" panose="02020603050405020304" pitchFamily="18" charset="0"/>
              </a:rPr>
              <a:t>Internet connection required.</a:t>
            </a:r>
            <a:endParaRPr lang="en-IN" dirty="0">
              <a:latin typeface="Times New Roman" panose="02020603050405020304" pitchFamily="18" charset="0"/>
              <a:ea typeface="Times New Roman" panose="02020603050405020304" pitchFamily="18" charset="0"/>
            </a:endParaRPr>
          </a:p>
          <a:p>
            <a:pPr marL="342900" lvl="0" indent="-342900" algn="just">
              <a:lnSpc>
                <a:spcPct val="115000"/>
              </a:lnSpc>
              <a:spcAft>
                <a:spcPts val="1000"/>
              </a:spcAft>
              <a:buFont typeface="Symbol" panose="05050102010706020507" pitchFamily="18" charset="2"/>
              <a:buChar char=""/>
            </a:pPr>
            <a:r>
              <a:rPr lang="en-US" dirty="0">
                <a:latin typeface="Times New Roman" panose="02020603050405020304" pitchFamily="18" charset="0"/>
                <a:ea typeface="Times New Roman" panose="02020603050405020304" pitchFamily="18" charset="0"/>
              </a:rPr>
              <a:t>24X7 uptime server connection required.</a:t>
            </a:r>
            <a:endParaRPr lang="en-IN" dirty="0">
              <a:latin typeface="Times New Roman" panose="02020603050405020304" pitchFamily="18" charset="0"/>
              <a:ea typeface="Times New Roman" panose="02020603050405020304" pitchFamily="18" charset="0"/>
            </a:endParaRPr>
          </a:p>
          <a:p>
            <a:pPr marL="342900" lvl="0" indent="-342900" algn="just">
              <a:lnSpc>
                <a:spcPct val="115000"/>
              </a:lnSpc>
              <a:spcAft>
                <a:spcPts val="1000"/>
              </a:spcAft>
              <a:buFont typeface="Symbol" panose="05050102010706020507" pitchFamily="18" charset="2"/>
              <a:buChar char=""/>
            </a:pPr>
            <a:r>
              <a:rPr lang="en-US" dirty="0">
                <a:latin typeface="Times New Roman" panose="02020603050405020304" pitchFamily="18" charset="0"/>
                <a:ea typeface="Times New Roman" panose="02020603050405020304" pitchFamily="18" charset="0"/>
              </a:rPr>
              <a:t>One assumption about the product is that it will always be used on mobile phones that have enough performance.</a:t>
            </a:r>
            <a:endParaRPr lang="en-IN" dirty="0">
              <a:latin typeface="Times New Roman" panose="02020603050405020304" pitchFamily="18" charset="0"/>
              <a:ea typeface="Times New Roman" panose="02020603050405020304" pitchFamily="18" charset="0"/>
            </a:endParaRPr>
          </a:p>
          <a:p>
            <a:pPr marL="342900" lvl="0" indent="-342900" algn="just">
              <a:lnSpc>
                <a:spcPct val="115000"/>
              </a:lnSpc>
              <a:spcAft>
                <a:spcPts val="1000"/>
              </a:spcAft>
              <a:buFont typeface="Symbol" panose="05050102010706020507" pitchFamily="18" charset="2"/>
              <a:buChar char=""/>
            </a:pPr>
            <a:r>
              <a:rPr lang="en-US" dirty="0">
                <a:latin typeface="Times New Roman" panose="02020603050405020304" pitchFamily="18" charset="0"/>
                <a:ea typeface="Times New Roman" panose="02020603050405020304" pitchFamily="18" charset="0"/>
              </a:rPr>
              <a:t>The user should have basic computer knowledge. They should be trained to handle the features provided by the system.</a:t>
            </a:r>
            <a:endParaRPr lang="en-IN" dirty="0">
              <a:latin typeface="Times New Roman" panose="02020603050405020304" pitchFamily="18" charset="0"/>
              <a:ea typeface="Times New Roman" panose="02020603050405020304" pitchFamily="18" charset="0"/>
            </a:endParaRPr>
          </a:p>
          <a:p>
            <a:pPr marL="342900" lvl="0" indent="-342900" algn="just">
              <a:lnSpc>
                <a:spcPct val="115000"/>
              </a:lnSpc>
              <a:spcAft>
                <a:spcPts val="1000"/>
              </a:spcAft>
              <a:buFont typeface="Symbol" panose="05050102010706020507" pitchFamily="18" charset="2"/>
              <a:buChar char=""/>
            </a:pPr>
            <a:r>
              <a:rPr lang="en-US" dirty="0">
                <a:latin typeface="Times New Roman" panose="02020603050405020304" pitchFamily="18" charset="0"/>
                <a:ea typeface="Times New Roman" panose="02020603050405020304" pitchFamily="18" charset="0"/>
              </a:rPr>
              <a:t>The browser version should be used which have html5 support</a:t>
            </a:r>
            <a:endParaRPr lang="en-IN" dirty="0">
              <a:effectLst/>
              <a:latin typeface="Times New Roman" panose="02020603050405020304" pitchFamily="18" charset="0"/>
              <a:ea typeface="Times New Roman" panose="02020603050405020304" pitchFamily="18" charset="0"/>
            </a:endParaRPr>
          </a:p>
        </p:txBody>
      </p:sp>
      <p:sp>
        <p:nvSpPr>
          <p:cNvPr id="4" name="Rectangle 3">
            <a:extLst>
              <a:ext uri="{FF2B5EF4-FFF2-40B4-BE49-F238E27FC236}">
                <a16:creationId xmlns:a16="http://schemas.microsoft.com/office/drawing/2014/main" id="{2C162092-FACF-444B-9E32-DDC871F39CD8}"/>
              </a:ext>
            </a:extLst>
          </p:cNvPr>
          <p:cNvSpPr/>
          <p:nvPr/>
        </p:nvSpPr>
        <p:spPr>
          <a:xfrm>
            <a:off x="266228" y="3613119"/>
            <a:ext cx="9437329" cy="2980303"/>
          </a:xfrm>
          <a:prstGeom prst="rect">
            <a:avLst/>
          </a:prstGeom>
        </p:spPr>
        <p:txBody>
          <a:bodyPr wrap="square">
            <a:spAutoFit/>
          </a:bodyPr>
          <a:lstStyle/>
          <a:p>
            <a:pPr marL="800100" lvl="1" indent="-342900">
              <a:spcBef>
                <a:spcPts val="1200"/>
              </a:spcBef>
              <a:spcAft>
                <a:spcPts val="600"/>
              </a:spcAft>
              <a:buFont typeface="Wingdings" panose="05000000000000000000" pitchFamily="2" charset="2"/>
              <a:buChar char="v"/>
            </a:pP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1.9 </a:t>
            </a:r>
            <a:r>
              <a:rPr lang="en-US" sz="2400" b="1" u="sng" dirty="0">
                <a:latin typeface="Times New Roman" panose="02020603050405020304" pitchFamily="18" charset="0"/>
                <a:ea typeface="Times New Roman" panose="02020603050405020304" pitchFamily="18" charset="0"/>
                <a:cs typeface="Times New Roman" panose="02020603050405020304" pitchFamily="18" charset="0"/>
              </a:rPr>
              <a:t>References</a:t>
            </a:r>
          </a:p>
          <a:p>
            <a:pPr>
              <a:spcBef>
                <a:spcPts val="1200"/>
              </a:spcBef>
              <a:spcAft>
                <a:spcPts val="600"/>
              </a:spcAft>
            </a:pPr>
            <a:r>
              <a:rPr lang="en-US" b="1" dirty="0">
                <a:latin typeface="Times New Roman" panose="02020603050405020304" pitchFamily="18" charset="0"/>
                <a:ea typeface="Calibri" panose="020F0502020204030204" pitchFamily="34" charset="0"/>
                <a:cs typeface="Times New Roman" panose="02020603050405020304" pitchFamily="18" charset="0"/>
              </a:rPr>
              <a:t>              </a:t>
            </a:r>
            <a:r>
              <a:rPr lang="en-US" b="1" u="sng" dirty="0">
                <a:latin typeface="Times New Roman" panose="02020603050405020304" pitchFamily="18" charset="0"/>
                <a:ea typeface="Calibri" panose="020F0502020204030204" pitchFamily="34" charset="0"/>
                <a:cs typeface="Times New Roman" panose="02020603050405020304" pitchFamily="18" charset="0"/>
              </a:rPr>
              <a:t>Books:</a:t>
            </a:r>
            <a:endParaRPr lang="en-IN" b="1" u="sng" dirty="0">
              <a:latin typeface="Times New Roman" panose="02020603050405020304" pitchFamily="18" charset="0"/>
              <a:ea typeface="Calibri" panose="020F0502020204030204" pitchFamily="34" charset="0"/>
              <a:cs typeface="Times New Roman" panose="02020603050405020304" pitchFamily="18" charset="0"/>
            </a:endParaRPr>
          </a:p>
          <a:p>
            <a:pPr marL="1200150" lvl="2" indent="-285750">
              <a:lnSpc>
                <a:spcPct val="107000"/>
              </a:lnSpc>
              <a:spcAft>
                <a:spcPts val="800"/>
              </a:spcAft>
              <a:buSzPct val="105000"/>
              <a:buFont typeface="Arial" panose="020B0604020202020204" pitchFamily="34" charset="0"/>
              <a:buChar char="•"/>
            </a:pPr>
            <a:r>
              <a:rPr lang="en-US" dirty="0">
                <a:latin typeface="Times New Roman" panose="02020603050405020304" pitchFamily="18" charset="0"/>
                <a:ea typeface="Times New Roman" panose="02020603050405020304" pitchFamily="18" charset="0"/>
                <a:cs typeface="Times New Roman" panose="02020603050405020304" pitchFamily="18" charset="0"/>
              </a:rPr>
              <a:t>Software engineering by Pankaj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Jalote</a:t>
            </a:r>
            <a:r>
              <a:rPr lang="en-US" dirty="0">
                <a:latin typeface="Times New Roman" panose="02020603050405020304" pitchFamily="18" charset="0"/>
                <a:ea typeface="Times New Roman" panose="02020603050405020304" pitchFamily="18" charset="0"/>
                <a:cs typeface="Times New Roman" panose="02020603050405020304" pitchFamily="18" charset="0"/>
              </a:rPr>
              <a:t>.</a:t>
            </a:r>
            <a:endParaRPr lang="en-IN" dirty="0">
              <a:latin typeface="Times New Roman" panose="02020603050405020304" pitchFamily="18" charset="0"/>
              <a:ea typeface="Times New Roman" panose="02020603050405020304" pitchFamily="18" charset="0"/>
              <a:cs typeface="Times New Roman" panose="02020603050405020304" pitchFamily="18" charset="0"/>
            </a:endParaRPr>
          </a:p>
          <a:p>
            <a:pPr marL="1200150" lvl="2" indent="-285750">
              <a:buFont typeface="Arial" panose="020B0604020202020204" pitchFamily="34" charset="0"/>
              <a:buChar char="•"/>
            </a:pPr>
            <a:r>
              <a:rPr lang="en-IN"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Learning PHP, MySQL, JavaScript and CSS: A Step-by-Step Guide to Creating Dynamic Websites by Robin Nixon</a:t>
            </a:r>
            <a:r>
              <a:rPr lang="en-IN" sz="2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t>
            </a:r>
          </a:p>
          <a:p>
            <a:pPr lvl="0"/>
            <a:r>
              <a:rPr lang="en-US" b="1" dirty="0">
                <a:latin typeface="Times New Roman" panose="02020603050405020304" pitchFamily="18" charset="0"/>
                <a:ea typeface="Calibri" panose="020F0502020204030204" pitchFamily="34" charset="0"/>
                <a:cs typeface="Times New Roman" panose="02020603050405020304" pitchFamily="18" charset="0"/>
              </a:rPr>
              <a:t>              </a:t>
            </a:r>
            <a:r>
              <a:rPr lang="en-US" b="1" u="sng" dirty="0">
                <a:latin typeface="Times New Roman" panose="02020603050405020304" pitchFamily="18" charset="0"/>
                <a:ea typeface="Calibri" panose="020F0502020204030204" pitchFamily="34" charset="0"/>
                <a:cs typeface="Times New Roman" panose="02020603050405020304" pitchFamily="18" charset="0"/>
              </a:rPr>
              <a:t>Website:</a:t>
            </a:r>
            <a:endParaRPr lang="en-IN" b="1" u="sng" dirty="0">
              <a:latin typeface="Times New Roman" panose="02020603050405020304" pitchFamily="18" charset="0"/>
              <a:ea typeface="Calibri" panose="020F0502020204030204" pitchFamily="34" charset="0"/>
              <a:cs typeface="Times New Roman" panose="02020603050405020304" pitchFamily="18" charset="0"/>
            </a:endParaRPr>
          </a:p>
          <a:p>
            <a:pPr marL="1200150" lvl="2" indent="-285750">
              <a:lnSpc>
                <a:spcPct val="115000"/>
              </a:lnSpc>
              <a:buFont typeface="Arial" panose="020B0604020202020204" pitchFamily="34" charset="0"/>
              <a:buChar char="•"/>
            </a:pPr>
            <a:r>
              <a:rPr lang="en-US" dirty="0">
                <a:latin typeface="Times New Roman" panose="02020603050405020304" pitchFamily="18" charset="0"/>
                <a:ea typeface="Times New Roman" panose="02020603050405020304" pitchFamily="18" charset="0"/>
                <a:cs typeface="Times New Roman" panose="02020603050405020304" pitchFamily="18" charset="0"/>
              </a:rPr>
              <a:t>www.w3schools.com</a:t>
            </a:r>
            <a:endParaRPr lang="en-IN" dirty="0">
              <a:latin typeface="Times New Roman" panose="02020603050405020304" pitchFamily="18" charset="0"/>
              <a:ea typeface="Times New Roman" panose="02020603050405020304" pitchFamily="18" charset="0"/>
              <a:cs typeface="Times New Roman" panose="02020603050405020304" pitchFamily="18" charset="0"/>
            </a:endParaRPr>
          </a:p>
          <a:p>
            <a:pPr marL="1200150" lvl="2" indent="-285750">
              <a:lnSpc>
                <a:spcPct val="115000"/>
              </a:lnSpc>
              <a:buFont typeface="Arial" panose="020B0604020202020204" pitchFamily="34" charset="0"/>
              <a:buChar char="•"/>
            </a:pPr>
            <a:r>
              <a:rPr lang="en-US" dirty="0">
                <a:solidFill>
                  <a:srgbClr val="0563C1"/>
                </a:solidFill>
                <a:latin typeface="Times New Roman" panose="02020603050405020304" pitchFamily="18" charset="0"/>
                <a:ea typeface="Times New Roman" panose="02020603050405020304" pitchFamily="18" charset="0"/>
                <a:cs typeface="Times New Roman" panose="02020603050405020304" pitchFamily="18" charset="0"/>
                <a:hlinkClick r:id="rId2"/>
              </a:rPr>
              <a:t>www.tutorialspoint.com</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1032A74-C2D9-46E5-99A5-DD8096A4048F}"/>
              </a:ext>
            </a:extLst>
          </p:cNvPr>
          <p:cNvPicPr/>
          <p:nvPr/>
        </p:nvPicPr>
        <p:blipFill>
          <a:blip r:embed="rId3"/>
          <a:stretch>
            <a:fillRect/>
          </a:stretch>
        </p:blipFill>
        <p:spPr>
          <a:xfrm>
            <a:off x="7844045" y="242950"/>
            <a:ext cx="1009650" cy="1143000"/>
          </a:xfrm>
          <a:prstGeom prst="rect">
            <a:avLst/>
          </a:prstGeom>
          <a:ln>
            <a:noFill/>
          </a:ln>
          <a:effectLst>
            <a:outerShdw blurRad="292100" dist="139700" dir="2700000" algn="tl" rotWithShape="0">
              <a:srgbClr val="333333">
                <a:alpha val="65000"/>
              </a:srgbClr>
            </a:outerShdw>
          </a:effectLst>
        </p:spPr>
      </p:pic>
      <p:pic>
        <p:nvPicPr>
          <p:cNvPr id="6" name="Picture 5">
            <a:extLst>
              <a:ext uri="{FF2B5EF4-FFF2-40B4-BE49-F238E27FC236}">
                <a16:creationId xmlns:a16="http://schemas.microsoft.com/office/drawing/2014/main" id="{5E0AD50B-3076-42FF-8B05-2ABFD81D883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98837" y="3570143"/>
            <a:ext cx="2563276" cy="1432419"/>
          </a:xfrm>
          <a:prstGeom prst="rect">
            <a:avLst/>
          </a:prstGeom>
        </p:spPr>
      </p:pic>
      <p:sp>
        <p:nvSpPr>
          <p:cNvPr id="7" name="Slide Number Placeholder 6">
            <a:extLst>
              <a:ext uri="{FF2B5EF4-FFF2-40B4-BE49-F238E27FC236}">
                <a16:creationId xmlns:a16="http://schemas.microsoft.com/office/drawing/2014/main" id="{255CA39F-B1F5-44C9-945D-A07FBC717307}"/>
              </a:ext>
            </a:extLst>
          </p:cNvPr>
          <p:cNvSpPr>
            <a:spLocks noGrp="1"/>
          </p:cNvSpPr>
          <p:nvPr>
            <p:ph type="sldNum" sz="quarter" idx="12"/>
          </p:nvPr>
        </p:nvSpPr>
        <p:spPr>
          <a:xfrm>
            <a:off x="11273051" y="6410859"/>
            <a:ext cx="757799" cy="365125"/>
          </a:xfrm>
        </p:spPr>
        <p:txBody>
          <a:bodyPr/>
          <a:lstStyle/>
          <a:p>
            <a:r>
              <a:rPr lang="en-IN" sz="1050" b="1" dirty="0">
                <a:solidFill>
                  <a:schemeClr val="tx1">
                    <a:lumMod val="95000"/>
                    <a:lumOff val="5000"/>
                  </a:schemeClr>
                </a:solidFill>
                <a:latin typeface="Times New Roman" panose="02020603050405020304" pitchFamily="18" charset="0"/>
                <a:cs typeface="Times New Roman" panose="02020603050405020304" pitchFamily="18" charset="0"/>
              </a:rPr>
              <a:t>PG NO: </a:t>
            </a:r>
            <a:fld id="{B54A08B0-5A9A-4946-919B-A6856108856E}" type="slidenum">
              <a:rPr lang="en-IN" sz="1050" b="1" smtClean="0">
                <a:solidFill>
                  <a:schemeClr val="tx1">
                    <a:lumMod val="95000"/>
                    <a:lumOff val="5000"/>
                  </a:schemeClr>
                </a:solidFill>
                <a:latin typeface="Times New Roman" panose="02020603050405020304" pitchFamily="18" charset="0"/>
                <a:cs typeface="Times New Roman" panose="02020603050405020304" pitchFamily="18" charset="0"/>
              </a:rPr>
              <a:t>8</a:t>
            </a:fld>
            <a:endParaRPr lang="en-IN" sz="105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858342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90B9549-173F-45E4-B7CD-5A50B69286CC}"/>
              </a:ext>
            </a:extLst>
          </p:cNvPr>
          <p:cNvSpPr/>
          <p:nvPr/>
        </p:nvSpPr>
        <p:spPr>
          <a:xfrm>
            <a:off x="337984" y="410208"/>
            <a:ext cx="3220177" cy="492122"/>
          </a:xfrm>
          <a:prstGeom prst="rect">
            <a:avLst/>
          </a:prstGeom>
        </p:spPr>
        <p:txBody>
          <a:bodyPr wrap="none">
            <a:spAutoFit/>
          </a:bodyPr>
          <a:lstStyle/>
          <a:p>
            <a:pPr marL="342900" indent="-342900" algn="just">
              <a:lnSpc>
                <a:spcPct val="115000"/>
              </a:lnSpc>
              <a:spcAft>
                <a:spcPts val="1000"/>
              </a:spcAft>
              <a:buFont typeface="Wingdings" panose="05000000000000000000" pitchFamily="2" charset="2"/>
              <a:buChar char="v"/>
              <a:tabLst>
                <a:tab pos="1890395" algn="l"/>
              </a:tabLst>
            </a:pPr>
            <a:r>
              <a:rPr lang="en-IN" sz="2400" b="1" dirty="0">
                <a:latin typeface="Calibri" panose="020F0502020204030204" pitchFamily="34" charset="0"/>
                <a:ea typeface="Calibri" panose="020F0502020204030204" pitchFamily="34" charset="0"/>
                <a:cs typeface="Times New Roman" panose="02020603050405020304" pitchFamily="18" charset="0"/>
              </a:rPr>
              <a:t>1.10 </a:t>
            </a:r>
            <a:r>
              <a:rPr lang="en-IN" sz="2400" b="1" u="sng" dirty="0">
                <a:latin typeface="Calibri" panose="020F0502020204030204" pitchFamily="34" charset="0"/>
                <a:ea typeface="Calibri" panose="020F0502020204030204" pitchFamily="34" charset="0"/>
                <a:cs typeface="Times New Roman" panose="02020603050405020304" pitchFamily="18" charset="0"/>
              </a:rPr>
              <a:t>Project modules</a:t>
            </a:r>
            <a:endParaRPr lang="en-IN" u="sng"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a:extLst>
              <a:ext uri="{FF2B5EF4-FFF2-40B4-BE49-F238E27FC236}">
                <a16:creationId xmlns:a16="http://schemas.microsoft.com/office/drawing/2014/main" id="{EE41AAA6-1DAE-43AA-B226-B68E116534BE}"/>
              </a:ext>
            </a:extLst>
          </p:cNvPr>
          <p:cNvSpPr/>
          <p:nvPr/>
        </p:nvSpPr>
        <p:spPr>
          <a:xfrm>
            <a:off x="503583" y="980670"/>
            <a:ext cx="8640417" cy="5622308"/>
          </a:xfrm>
          <a:prstGeom prst="rect">
            <a:avLst/>
          </a:prstGeom>
        </p:spPr>
        <p:txBody>
          <a:bodyPr wrap="square">
            <a:spAutoFit/>
          </a:bodyPr>
          <a:lstStyle/>
          <a:p>
            <a:pPr>
              <a:lnSpc>
                <a:spcPct val="107000"/>
              </a:lnSpc>
              <a:spcAft>
                <a:spcPts val="800"/>
              </a:spcAft>
            </a:pPr>
            <a:r>
              <a:rPr lang="en-IN" dirty="0">
                <a:latin typeface="Times New Roman" panose="02020603050405020304" pitchFamily="18" charset="0"/>
                <a:ea typeface="Calibri" panose="020F0502020204030204" pitchFamily="34" charset="0"/>
                <a:cs typeface="Times New Roman" panose="02020603050405020304" pitchFamily="18" charset="0"/>
              </a:rPr>
              <a:t>The project has following modules:</a:t>
            </a:r>
            <a:endParaRPr lang="en-IN" sz="1600" dirty="0">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ct val="115000"/>
              </a:lnSpc>
              <a:spcAft>
                <a:spcPts val="1000"/>
              </a:spcAft>
              <a:buFont typeface="Symbol" panose="05050102010706020507" pitchFamily="18" charset="2"/>
              <a:buChar char=""/>
            </a:pP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Admin Account module</a:t>
            </a:r>
            <a:r>
              <a:rPr lang="en-US" sz="1600" b="1" dirty="0">
                <a:latin typeface="Times New Roman" panose="02020603050405020304" pitchFamily="18" charset="0"/>
                <a:ea typeface="Times New Roman" panose="02020603050405020304" pitchFamily="18" charset="0"/>
                <a:cs typeface="Times New Roman" panose="02020603050405020304" pitchFamily="18" charset="0"/>
              </a:rPr>
              <a:t>:</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 Administrator is the main user of the project. He has the power to verify the data entered by RTO officials. </a:t>
            </a:r>
            <a:endParaRPr lang="en-IN" sz="1600" dirty="0">
              <a:latin typeface="Times New Roman" panose="02020603050405020304" pitchFamily="18" charset="0"/>
              <a:ea typeface="Times New Roman" panose="02020603050405020304" pitchFamily="18" charset="0"/>
              <a:cs typeface="Times New Roman" panose="02020603050405020304" pitchFamily="18" charset="0"/>
            </a:endParaRPr>
          </a:p>
          <a:p>
            <a:pPr marL="742950" lvl="1" indent="-285750" algn="just">
              <a:lnSpc>
                <a:spcPct val="115000"/>
              </a:lnSpc>
              <a:spcAft>
                <a:spcPts val="600"/>
              </a:spcAft>
              <a:buFont typeface="Courier New" panose="02070309020205020404" pitchFamily="49" charset="0"/>
              <a:buChar char="o"/>
            </a:pPr>
            <a:r>
              <a:rPr lang="en-US" sz="1600" dirty="0">
                <a:latin typeface="Times New Roman" panose="02020603050405020304" pitchFamily="18" charset="0"/>
                <a:ea typeface="Times New Roman" panose="02020603050405020304" pitchFamily="18" charset="0"/>
                <a:cs typeface="Times New Roman" panose="02020603050405020304" pitchFamily="18" charset="0"/>
              </a:rPr>
              <a:t>Add employees</a:t>
            </a:r>
            <a:endParaRPr lang="en-IN" sz="1600" dirty="0">
              <a:latin typeface="Times New Roman" panose="02020603050405020304" pitchFamily="18" charset="0"/>
              <a:ea typeface="Times New Roman" panose="02020603050405020304" pitchFamily="18" charset="0"/>
              <a:cs typeface="Times New Roman" panose="02020603050405020304" pitchFamily="18" charset="0"/>
            </a:endParaRPr>
          </a:p>
          <a:p>
            <a:pPr marL="742950" lvl="1" indent="-285750" algn="just">
              <a:lnSpc>
                <a:spcPct val="115000"/>
              </a:lnSpc>
              <a:spcAft>
                <a:spcPts val="600"/>
              </a:spcAft>
              <a:buFont typeface="Courier New" panose="02070309020205020404" pitchFamily="49" charset="0"/>
              <a:buChar char="o"/>
            </a:pPr>
            <a:r>
              <a:rPr lang="en-US" sz="1600" dirty="0">
                <a:latin typeface="Times New Roman" panose="02020603050405020304" pitchFamily="18" charset="0"/>
                <a:ea typeface="Times New Roman" panose="02020603050405020304" pitchFamily="18" charset="0"/>
                <a:cs typeface="Times New Roman" panose="02020603050405020304" pitchFamily="18" charset="0"/>
              </a:rPr>
              <a:t>View employees</a:t>
            </a:r>
            <a:endParaRPr lang="en-IN" sz="1600" dirty="0">
              <a:latin typeface="Times New Roman" panose="02020603050405020304" pitchFamily="18" charset="0"/>
              <a:ea typeface="Times New Roman" panose="02020603050405020304" pitchFamily="18" charset="0"/>
              <a:cs typeface="Times New Roman" panose="02020603050405020304" pitchFamily="18" charset="0"/>
            </a:endParaRPr>
          </a:p>
          <a:p>
            <a:pPr marL="742950" lvl="1" indent="-285750" algn="just">
              <a:lnSpc>
                <a:spcPct val="115000"/>
              </a:lnSpc>
              <a:spcAft>
                <a:spcPts val="600"/>
              </a:spcAft>
              <a:buFont typeface="Courier New" panose="02070309020205020404" pitchFamily="49" charset="0"/>
              <a:buChar char="o"/>
            </a:pPr>
            <a:r>
              <a:rPr lang="en-US" sz="1600" dirty="0">
                <a:latin typeface="Times New Roman" panose="02020603050405020304" pitchFamily="18" charset="0"/>
                <a:ea typeface="Times New Roman" panose="02020603050405020304" pitchFamily="18" charset="0"/>
                <a:cs typeface="Times New Roman" panose="02020603050405020304" pitchFamily="18" charset="0"/>
              </a:rPr>
              <a:t>Add branch</a:t>
            </a:r>
            <a:endParaRPr lang="en-IN" sz="1600" dirty="0">
              <a:latin typeface="Times New Roman" panose="02020603050405020304" pitchFamily="18" charset="0"/>
              <a:ea typeface="Times New Roman" panose="02020603050405020304" pitchFamily="18" charset="0"/>
              <a:cs typeface="Times New Roman" panose="02020603050405020304" pitchFamily="18" charset="0"/>
            </a:endParaRPr>
          </a:p>
          <a:p>
            <a:pPr marL="742950" lvl="1" indent="-285750" algn="just">
              <a:lnSpc>
                <a:spcPct val="115000"/>
              </a:lnSpc>
              <a:spcAft>
                <a:spcPts val="600"/>
              </a:spcAft>
              <a:buFont typeface="Courier New" panose="02070309020205020404" pitchFamily="49" charset="0"/>
              <a:buChar char="o"/>
            </a:pPr>
            <a:r>
              <a:rPr lang="en-US" sz="1600" dirty="0">
                <a:latin typeface="Times New Roman" panose="02020603050405020304" pitchFamily="18" charset="0"/>
                <a:ea typeface="Times New Roman" panose="02020603050405020304" pitchFamily="18" charset="0"/>
                <a:cs typeface="Times New Roman" panose="02020603050405020304" pitchFamily="18" charset="0"/>
              </a:rPr>
              <a:t>View branch</a:t>
            </a:r>
            <a:endParaRPr lang="en-IN" sz="1600" dirty="0">
              <a:latin typeface="Times New Roman" panose="02020603050405020304" pitchFamily="18" charset="0"/>
              <a:ea typeface="Times New Roman" panose="02020603050405020304" pitchFamily="18" charset="0"/>
              <a:cs typeface="Times New Roman" panose="02020603050405020304" pitchFamily="18" charset="0"/>
            </a:endParaRPr>
          </a:p>
          <a:p>
            <a:pPr marL="742950" lvl="1" indent="-285750" algn="just">
              <a:lnSpc>
                <a:spcPct val="115000"/>
              </a:lnSpc>
              <a:spcAft>
                <a:spcPts val="600"/>
              </a:spcAft>
              <a:buFont typeface="Courier New" panose="02070309020205020404" pitchFamily="49" charset="0"/>
              <a:buChar char="o"/>
            </a:pPr>
            <a:r>
              <a:rPr lang="en-US" sz="1600" dirty="0">
                <a:latin typeface="Times New Roman" panose="02020603050405020304" pitchFamily="18" charset="0"/>
                <a:ea typeface="Times New Roman" panose="02020603050405020304" pitchFamily="18" charset="0"/>
                <a:cs typeface="Times New Roman" panose="02020603050405020304" pitchFamily="18" charset="0"/>
              </a:rPr>
              <a:t>Verification of DL, LLR, Vehicle registration</a:t>
            </a:r>
            <a:endParaRPr lang="en-IN" sz="1600" dirty="0">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ct val="115000"/>
              </a:lnSpc>
              <a:spcAft>
                <a:spcPts val="1000"/>
              </a:spcAft>
              <a:buFont typeface="Symbol" panose="05050102010706020507" pitchFamily="18" charset="2"/>
              <a:buChar char=""/>
            </a:pP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RTO officer account module:</a:t>
            </a:r>
            <a:r>
              <a:rPr lang="en-US" sz="2000" dirty="0">
                <a:latin typeface="Times New Roman" panose="02020603050405020304" pitchFamily="18" charset="0"/>
                <a:ea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This module is for RTO officers to manage the user applications. Administrator is adding RTO official details. RTO officials do following task:</a:t>
            </a:r>
            <a:endParaRPr lang="en-IN" sz="1600" dirty="0">
              <a:latin typeface="Times New Roman" panose="02020603050405020304" pitchFamily="18" charset="0"/>
              <a:ea typeface="Times New Roman" panose="02020603050405020304" pitchFamily="18" charset="0"/>
              <a:cs typeface="Times New Roman" panose="02020603050405020304" pitchFamily="18" charset="0"/>
            </a:endParaRPr>
          </a:p>
          <a:p>
            <a:pPr marL="800100" lvl="1" indent="-342900" algn="just">
              <a:lnSpc>
                <a:spcPct val="115000"/>
              </a:lnSpc>
              <a:spcAft>
                <a:spcPts val="600"/>
              </a:spcAft>
              <a:buFont typeface="Courier New" panose="02070309020205020404" pitchFamily="49" charset="0"/>
              <a:buChar char="o"/>
            </a:pPr>
            <a:r>
              <a:rPr lang="en-US" sz="1600" dirty="0">
                <a:latin typeface="Times New Roman" panose="02020603050405020304" pitchFamily="18" charset="0"/>
                <a:ea typeface="Times New Roman" panose="02020603050405020304" pitchFamily="18" charset="0"/>
                <a:cs typeface="Times New Roman" panose="02020603050405020304" pitchFamily="18" charset="0"/>
              </a:rPr>
              <a:t>Registration of vehicle</a:t>
            </a:r>
            <a:endParaRPr lang="en-IN" sz="1600" dirty="0">
              <a:latin typeface="Times New Roman" panose="02020603050405020304" pitchFamily="18" charset="0"/>
              <a:ea typeface="Times New Roman" panose="02020603050405020304" pitchFamily="18" charset="0"/>
              <a:cs typeface="Times New Roman" panose="02020603050405020304" pitchFamily="18" charset="0"/>
            </a:endParaRPr>
          </a:p>
          <a:p>
            <a:pPr marL="800100" lvl="1" indent="-342900" algn="just">
              <a:lnSpc>
                <a:spcPct val="115000"/>
              </a:lnSpc>
              <a:spcAft>
                <a:spcPts val="600"/>
              </a:spcAft>
              <a:buFont typeface="Courier New" panose="02070309020205020404" pitchFamily="49" charset="0"/>
              <a:buChar char="o"/>
            </a:pPr>
            <a:r>
              <a:rPr lang="en-US" sz="1600" dirty="0">
                <a:latin typeface="Times New Roman" panose="02020603050405020304" pitchFamily="18" charset="0"/>
                <a:ea typeface="Times New Roman" panose="02020603050405020304" pitchFamily="18" charset="0"/>
                <a:cs typeface="Times New Roman" panose="02020603050405020304" pitchFamily="18" charset="0"/>
              </a:rPr>
              <a:t>Providing number for vehicle</a:t>
            </a:r>
            <a:endParaRPr lang="en-IN" sz="1600" dirty="0">
              <a:latin typeface="Times New Roman" panose="02020603050405020304" pitchFamily="18" charset="0"/>
              <a:ea typeface="Times New Roman" panose="02020603050405020304" pitchFamily="18" charset="0"/>
              <a:cs typeface="Times New Roman" panose="02020603050405020304" pitchFamily="18" charset="0"/>
            </a:endParaRPr>
          </a:p>
          <a:p>
            <a:pPr marL="800100" lvl="1" indent="-342900" algn="just">
              <a:lnSpc>
                <a:spcPct val="115000"/>
              </a:lnSpc>
              <a:spcAft>
                <a:spcPts val="600"/>
              </a:spcAft>
              <a:buFont typeface="Courier New" panose="02070309020205020404" pitchFamily="49" charset="0"/>
              <a:buChar char="o"/>
            </a:pPr>
            <a:r>
              <a:rPr lang="en-US" sz="1600" dirty="0">
                <a:latin typeface="Times New Roman" panose="02020603050405020304" pitchFamily="18" charset="0"/>
                <a:ea typeface="Times New Roman" panose="02020603050405020304" pitchFamily="18" charset="0"/>
                <a:cs typeface="Times New Roman" panose="02020603050405020304" pitchFamily="18" charset="0"/>
              </a:rPr>
              <a:t>Issue of information's about driving license.</a:t>
            </a:r>
            <a:endParaRPr lang="en-IN" sz="1600" dirty="0">
              <a:latin typeface="Times New Roman" panose="02020603050405020304" pitchFamily="18" charset="0"/>
              <a:ea typeface="Times New Roman" panose="02020603050405020304" pitchFamily="18" charset="0"/>
              <a:cs typeface="Times New Roman" panose="02020603050405020304" pitchFamily="18" charset="0"/>
            </a:endParaRPr>
          </a:p>
          <a:p>
            <a:pPr marL="800100" lvl="1" indent="-342900" algn="just">
              <a:lnSpc>
                <a:spcPct val="115000"/>
              </a:lnSpc>
              <a:spcAft>
                <a:spcPts val="600"/>
              </a:spcAft>
              <a:buFont typeface="Courier New" panose="02070309020205020404" pitchFamily="49" charset="0"/>
              <a:buChar char="o"/>
            </a:pPr>
            <a:r>
              <a:rPr lang="en-US" sz="1600" dirty="0">
                <a:latin typeface="Times New Roman" panose="02020603050405020304" pitchFamily="18" charset="0"/>
                <a:ea typeface="Times New Roman" panose="02020603050405020304" pitchFamily="18" charset="0"/>
                <a:cs typeface="Times New Roman" panose="02020603050405020304" pitchFamily="18" charset="0"/>
              </a:rPr>
              <a:t>Renewal of license</a:t>
            </a:r>
            <a:endParaRPr lang="en-IN" sz="1600" dirty="0">
              <a:latin typeface="Times New Roman" panose="02020603050405020304" pitchFamily="18" charset="0"/>
              <a:ea typeface="Times New Roman" panose="02020603050405020304" pitchFamily="18" charset="0"/>
              <a:cs typeface="Times New Roman" panose="02020603050405020304" pitchFamily="18" charset="0"/>
            </a:endParaRPr>
          </a:p>
          <a:p>
            <a:pPr marL="800100" lvl="1" indent="-342900" algn="just">
              <a:lnSpc>
                <a:spcPct val="115000"/>
              </a:lnSpc>
              <a:spcAft>
                <a:spcPts val="600"/>
              </a:spcAft>
              <a:buFont typeface="Courier New" panose="02070309020205020404" pitchFamily="49" charset="0"/>
              <a:buChar char="o"/>
            </a:pPr>
            <a:r>
              <a:rPr lang="en-US" sz="1600" dirty="0">
                <a:latin typeface="Times New Roman" panose="02020603050405020304" pitchFamily="18" charset="0"/>
                <a:ea typeface="Times New Roman" panose="02020603050405020304" pitchFamily="18" charset="0"/>
                <a:cs typeface="Times New Roman" panose="02020603050405020304" pitchFamily="18" charset="0"/>
              </a:rPr>
              <a:t>and many more</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37311D5E-8D5A-46BB-B325-6E2D210F2D22}"/>
              </a:ext>
            </a:extLst>
          </p:cNvPr>
          <p:cNvPicPr>
            <a:picLocks noChangeAspect="1"/>
          </p:cNvPicPr>
          <p:nvPr/>
        </p:nvPicPr>
        <p:blipFill>
          <a:blip r:embed="rId2"/>
          <a:stretch>
            <a:fillRect/>
          </a:stretch>
        </p:blipFill>
        <p:spPr>
          <a:xfrm>
            <a:off x="5138945" y="4731027"/>
            <a:ext cx="3859281" cy="1871952"/>
          </a:xfrm>
          <a:prstGeom prst="rect">
            <a:avLst/>
          </a:prstGeom>
        </p:spPr>
      </p:pic>
      <p:pic>
        <p:nvPicPr>
          <p:cNvPr id="6" name="Picture 5">
            <a:extLst>
              <a:ext uri="{FF2B5EF4-FFF2-40B4-BE49-F238E27FC236}">
                <a16:creationId xmlns:a16="http://schemas.microsoft.com/office/drawing/2014/main" id="{57B25A30-58B9-4799-9322-A274D63EE756}"/>
              </a:ext>
            </a:extLst>
          </p:cNvPr>
          <p:cNvPicPr/>
          <p:nvPr/>
        </p:nvPicPr>
        <p:blipFill>
          <a:blip r:embed="rId3"/>
          <a:stretch>
            <a:fillRect/>
          </a:stretch>
        </p:blipFill>
        <p:spPr>
          <a:xfrm>
            <a:off x="8014632" y="2126973"/>
            <a:ext cx="914400" cy="103822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 name="Slide Number Placeholder 2">
            <a:extLst>
              <a:ext uri="{FF2B5EF4-FFF2-40B4-BE49-F238E27FC236}">
                <a16:creationId xmlns:a16="http://schemas.microsoft.com/office/drawing/2014/main" id="{322C349B-09FE-4808-B46A-7F64DC2E00A7}"/>
              </a:ext>
            </a:extLst>
          </p:cNvPr>
          <p:cNvSpPr>
            <a:spLocks noGrp="1"/>
          </p:cNvSpPr>
          <p:nvPr>
            <p:ph type="sldNum" sz="quarter" idx="12"/>
          </p:nvPr>
        </p:nvSpPr>
        <p:spPr>
          <a:xfrm>
            <a:off x="11204813" y="6420415"/>
            <a:ext cx="825274" cy="365125"/>
          </a:xfrm>
        </p:spPr>
        <p:txBody>
          <a:bodyPr/>
          <a:lstStyle/>
          <a:p>
            <a:r>
              <a:rPr lang="en-IN" sz="1050" b="1" dirty="0">
                <a:solidFill>
                  <a:schemeClr val="tx1">
                    <a:lumMod val="95000"/>
                    <a:lumOff val="5000"/>
                  </a:schemeClr>
                </a:solidFill>
                <a:latin typeface="Times New Roman" panose="02020603050405020304" pitchFamily="18" charset="0"/>
                <a:cs typeface="Times New Roman" panose="02020603050405020304" pitchFamily="18" charset="0"/>
              </a:rPr>
              <a:t>PG NO: </a:t>
            </a:r>
            <a:fld id="{B54A08B0-5A9A-4946-919B-A6856108856E}" type="slidenum">
              <a:rPr lang="en-IN" sz="1050" b="1" smtClean="0">
                <a:solidFill>
                  <a:schemeClr val="tx1">
                    <a:lumMod val="95000"/>
                    <a:lumOff val="5000"/>
                  </a:schemeClr>
                </a:solidFill>
                <a:latin typeface="Times New Roman" panose="02020603050405020304" pitchFamily="18" charset="0"/>
                <a:cs typeface="Times New Roman" panose="02020603050405020304" pitchFamily="18" charset="0"/>
              </a:rPr>
              <a:t>9</a:t>
            </a:fld>
            <a:endParaRPr lang="en-IN" sz="105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92258426"/>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0BA475E-BE7F-4CA0-BA99-C757BDC8EFC2}"/>
              </a:ext>
            </a:extLst>
          </p:cNvPr>
          <p:cNvSpPr/>
          <p:nvPr/>
        </p:nvSpPr>
        <p:spPr>
          <a:xfrm>
            <a:off x="490330" y="463826"/>
            <a:ext cx="9037984" cy="5735801"/>
          </a:xfrm>
          <a:prstGeom prst="rect">
            <a:avLst/>
          </a:prstGeom>
        </p:spPr>
        <p:txBody>
          <a:bodyPr wrap="square">
            <a:spAutoFit/>
          </a:bodyPr>
          <a:lstStyle/>
          <a:p>
            <a:pPr marL="342900" lvl="0" indent="-342900" algn="just">
              <a:lnSpc>
                <a:spcPct val="115000"/>
              </a:lnSpc>
              <a:spcAft>
                <a:spcPts val="1000"/>
              </a:spcAft>
              <a:buFont typeface="Symbol" panose="05050102010706020507" pitchFamily="18" charset="2"/>
              <a:buChar char=""/>
            </a:pPr>
            <a:r>
              <a:rPr lang="en-US" sz="2000" b="1" dirty="0">
                <a:latin typeface="Times New Roman" panose="02020603050405020304" pitchFamily="18" charset="0"/>
                <a:ea typeface="Times New Roman" panose="02020603050405020304" pitchFamily="18" charset="0"/>
              </a:rPr>
              <a:t>User account module</a:t>
            </a:r>
            <a:r>
              <a:rPr lang="en-US" b="1" dirty="0">
                <a:latin typeface="Times New Roman" panose="02020603050405020304" pitchFamily="18" charset="0"/>
                <a:ea typeface="Times New Roman" panose="02020603050405020304" pitchFamily="18" charset="0"/>
              </a:rPr>
              <a:t>: </a:t>
            </a:r>
            <a:r>
              <a:rPr lang="en-US" sz="1600" dirty="0">
                <a:latin typeface="Times New Roman" panose="02020603050405020304" pitchFamily="18" charset="0"/>
                <a:ea typeface="Times New Roman" panose="02020603050405020304" pitchFamily="18" charset="0"/>
              </a:rPr>
              <a:t>This module allows user to register through online by entering profile details. After the successful registration the user can login to the system by entering login id and password.</a:t>
            </a:r>
            <a:endParaRPr lang="en-IN" sz="1600" dirty="0">
              <a:latin typeface="Times New Roman" panose="02020603050405020304" pitchFamily="18" charset="0"/>
              <a:ea typeface="Times New Roman" panose="02020603050405020304" pitchFamily="18" charset="0"/>
            </a:endParaRPr>
          </a:p>
          <a:p>
            <a:pPr marL="742950" lvl="1" indent="-285750" algn="just">
              <a:lnSpc>
                <a:spcPct val="115000"/>
              </a:lnSpc>
              <a:spcAft>
                <a:spcPts val="600"/>
              </a:spcAft>
              <a:buFont typeface="Courier New" panose="02070309020205020404" pitchFamily="49" charset="0"/>
              <a:buChar char="o"/>
            </a:pPr>
            <a:r>
              <a:rPr lang="en-US" sz="1600" dirty="0">
                <a:latin typeface="Times New Roman" panose="02020603050405020304" pitchFamily="18" charset="0"/>
                <a:ea typeface="Times New Roman" panose="02020603050405020304" pitchFamily="18" charset="0"/>
              </a:rPr>
              <a:t>User registration module</a:t>
            </a:r>
            <a:endParaRPr lang="en-IN" sz="1600" dirty="0">
              <a:latin typeface="Times New Roman" panose="02020603050405020304" pitchFamily="18" charset="0"/>
              <a:ea typeface="Times New Roman" panose="02020603050405020304" pitchFamily="18" charset="0"/>
            </a:endParaRPr>
          </a:p>
          <a:p>
            <a:pPr marL="742950" lvl="1" indent="-285750" algn="just">
              <a:lnSpc>
                <a:spcPct val="115000"/>
              </a:lnSpc>
              <a:spcAft>
                <a:spcPts val="600"/>
              </a:spcAft>
              <a:buFont typeface="Courier New" panose="02070309020205020404" pitchFamily="49" charset="0"/>
              <a:buChar char="o"/>
            </a:pPr>
            <a:r>
              <a:rPr lang="en-US" sz="1600" dirty="0">
                <a:latin typeface="Times New Roman" panose="02020603050405020304" pitchFamily="18" charset="0"/>
                <a:ea typeface="Times New Roman" panose="02020603050405020304" pitchFamily="18" charset="0"/>
              </a:rPr>
              <a:t>User login module</a:t>
            </a:r>
            <a:endParaRPr lang="en-IN" sz="1600" dirty="0">
              <a:latin typeface="Times New Roman" panose="02020603050405020304" pitchFamily="18" charset="0"/>
              <a:ea typeface="Times New Roman" panose="02020603050405020304" pitchFamily="18" charset="0"/>
            </a:endParaRPr>
          </a:p>
          <a:p>
            <a:pPr marL="342900" lvl="0" indent="-342900" algn="just">
              <a:lnSpc>
                <a:spcPct val="115000"/>
              </a:lnSpc>
              <a:spcAft>
                <a:spcPts val="1000"/>
              </a:spcAft>
              <a:buFont typeface="Symbol" panose="05050102010706020507" pitchFamily="18" charset="2"/>
              <a:buChar char=""/>
            </a:pPr>
            <a:r>
              <a:rPr lang="en-US" sz="2000" b="1" dirty="0">
                <a:latin typeface="Times New Roman" panose="02020603050405020304" pitchFamily="18" charset="0"/>
                <a:ea typeface="Times New Roman" panose="02020603050405020304" pitchFamily="18" charset="0"/>
              </a:rPr>
              <a:t>Vehicle registration module</a:t>
            </a:r>
            <a:r>
              <a:rPr lang="en-US" b="1" dirty="0">
                <a:latin typeface="Times New Roman" panose="02020603050405020304" pitchFamily="18" charset="0"/>
                <a:ea typeface="Times New Roman" panose="02020603050405020304" pitchFamily="18" charset="0"/>
              </a:rPr>
              <a:t>: </a:t>
            </a:r>
            <a:r>
              <a:rPr lang="en-US" sz="1600" dirty="0">
                <a:latin typeface="Times New Roman" panose="02020603050405020304" pitchFamily="18" charset="0"/>
                <a:ea typeface="Times New Roman" panose="02020603050405020304" pitchFamily="18" charset="0"/>
              </a:rPr>
              <a:t>The module allows user to apply new registration of vehicles. Even this module allows to send vehicle transfer request.</a:t>
            </a:r>
            <a:endParaRPr lang="en-IN" sz="1600" dirty="0">
              <a:latin typeface="Times New Roman" panose="02020603050405020304" pitchFamily="18" charset="0"/>
              <a:ea typeface="Times New Roman" panose="02020603050405020304" pitchFamily="18" charset="0"/>
            </a:endParaRPr>
          </a:p>
          <a:p>
            <a:pPr marL="742950" lvl="1" indent="-285750" algn="just">
              <a:lnSpc>
                <a:spcPct val="115000"/>
              </a:lnSpc>
              <a:spcAft>
                <a:spcPts val="600"/>
              </a:spcAft>
              <a:buFont typeface="Courier New" panose="02070309020205020404" pitchFamily="49" charset="0"/>
              <a:buChar char="o"/>
            </a:pPr>
            <a:r>
              <a:rPr lang="en-US" sz="1600" dirty="0">
                <a:latin typeface="Times New Roman" panose="02020603050405020304" pitchFamily="18" charset="0"/>
                <a:ea typeface="Times New Roman" panose="02020603050405020304" pitchFamily="18" charset="0"/>
              </a:rPr>
              <a:t>Vehicle registration module</a:t>
            </a:r>
            <a:endParaRPr lang="en-IN" sz="1600" dirty="0">
              <a:latin typeface="Times New Roman" panose="02020603050405020304" pitchFamily="18" charset="0"/>
              <a:ea typeface="Times New Roman" panose="02020603050405020304" pitchFamily="18" charset="0"/>
            </a:endParaRPr>
          </a:p>
          <a:p>
            <a:pPr marL="742950" lvl="1" indent="-285750" algn="just">
              <a:lnSpc>
                <a:spcPct val="115000"/>
              </a:lnSpc>
              <a:spcAft>
                <a:spcPts val="600"/>
              </a:spcAft>
              <a:buFont typeface="Courier New" panose="02070309020205020404" pitchFamily="49" charset="0"/>
              <a:buChar char="o"/>
            </a:pPr>
            <a:r>
              <a:rPr lang="en-US" sz="1600" dirty="0">
                <a:latin typeface="Times New Roman" panose="02020603050405020304" pitchFamily="18" charset="0"/>
                <a:ea typeface="Times New Roman" panose="02020603050405020304" pitchFamily="18" charset="0"/>
              </a:rPr>
              <a:t>Vehicle transfer module</a:t>
            </a:r>
            <a:endParaRPr lang="en-IN" sz="1600" dirty="0">
              <a:latin typeface="Times New Roman" panose="02020603050405020304" pitchFamily="18" charset="0"/>
              <a:ea typeface="Times New Roman" panose="02020603050405020304" pitchFamily="18" charset="0"/>
            </a:endParaRPr>
          </a:p>
          <a:p>
            <a:pPr marL="342900" lvl="0" indent="-342900" algn="just">
              <a:lnSpc>
                <a:spcPct val="115000"/>
              </a:lnSpc>
              <a:spcAft>
                <a:spcPts val="1000"/>
              </a:spcAft>
              <a:buFont typeface="Symbol" panose="05050102010706020507" pitchFamily="18" charset="2"/>
              <a:buChar char=""/>
            </a:pPr>
            <a:r>
              <a:rPr lang="en-US" sz="2000" b="1" dirty="0">
                <a:latin typeface="Times New Roman" panose="02020603050405020304" pitchFamily="18" charset="0"/>
                <a:ea typeface="Times New Roman" panose="02020603050405020304" pitchFamily="18" charset="0"/>
              </a:rPr>
              <a:t>Online License Application module</a:t>
            </a:r>
            <a:r>
              <a:rPr lang="en-US" dirty="0">
                <a:latin typeface="Times New Roman" panose="02020603050405020304" pitchFamily="18" charset="0"/>
                <a:ea typeface="Times New Roman" panose="02020603050405020304" pitchFamily="18" charset="0"/>
              </a:rPr>
              <a:t>: </a:t>
            </a:r>
            <a:r>
              <a:rPr lang="en-US" sz="1600" dirty="0">
                <a:latin typeface="Times New Roman" panose="02020603050405020304" pitchFamily="18" charset="0"/>
                <a:ea typeface="Times New Roman" panose="02020603050405020304" pitchFamily="18" charset="0"/>
              </a:rPr>
              <a:t>This module allows users to apply for Learner license, permanent license, changing the address of license, renew the license. RTO officials can verify and approve/reject received applications.</a:t>
            </a:r>
            <a:endParaRPr lang="en-IN" sz="1600" dirty="0">
              <a:latin typeface="Times New Roman" panose="02020603050405020304" pitchFamily="18" charset="0"/>
              <a:ea typeface="Times New Roman" panose="02020603050405020304" pitchFamily="18" charset="0"/>
            </a:endParaRPr>
          </a:p>
          <a:p>
            <a:pPr marL="742950" lvl="1" indent="-285750" algn="just">
              <a:lnSpc>
                <a:spcPct val="115000"/>
              </a:lnSpc>
              <a:spcAft>
                <a:spcPts val="600"/>
              </a:spcAft>
              <a:buFont typeface="Courier New" panose="02070309020205020404" pitchFamily="49" charset="0"/>
              <a:buChar char="o"/>
            </a:pPr>
            <a:r>
              <a:rPr lang="en-US" sz="1600" dirty="0">
                <a:latin typeface="Times New Roman" panose="02020603050405020304" pitchFamily="18" charset="0"/>
                <a:ea typeface="Times New Roman" panose="02020603050405020304" pitchFamily="18" charset="0"/>
              </a:rPr>
              <a:t>Learner license module</a:t>
            </a:r>
            <a:endParaRPr lang="en-IN" sz="1600" dirty="0">
              <a:latin typeface="Times New Roman" panose="02020603050405020304" pitchFamily="18" charset="0"/>
              <a:ea typeface="Times New Roman" panose="02020603050405020304" pitchFamily="18" charset="0"/>
            </a:endParaRPr>
          </a:p>
          <a:p>
            <a:pPr marL="742950" lvl="1" indent="-285750" algn="just">
              <a:lnSpc>
                <a:spcPct val="115000"/>
              </a:lnSpc>
              <a:spcAft>
                <a:spcPts val="600"/>
              </a:spcAft>
              <a:buFont typeface="Courier New" panose="02070309020205020404" pitchFamily="49" charset="0"/>
              <a:buChar char="o"/>
            </a:pPr>
            <a:r>
              <a:rPr lang="en-US" sz="1600" dirty="0">
                <a:latin typeface="Times New Roman" panose="02020603050405020304" pitchFamily="18" charset="0"/>
                <a:ea typeface="Times New Roman" panose="02020603050405020304" pitchFamily="18" charset="0"/>
              </a:rPr>
              <a:t>Permanent license module</a:t>
            </a:r>
            <a:endParaRPr lang="en-IN" sz="1600" dirty="0">
              <a:latin typeface="Times New Roman" panose="02020603050405020304" pitchFamily="18" charset="0"/>
              <a:ea typeface="Times New Roman" panose="02020603050405020304" pitchFamily="18" charset="0"/>
            </a:endParaRPr>
          </a:p>
          <a:p>
            <a:pPr marL="742950" lvl="1" indent="-285750" algn="just">
              <a:lnSpc>
                <a:spcPct val="115000"/>
              </a:lnSpc>
              <a:spcAft>
                <a:spcPts val="600"/>
              </a:spcAft>
              <a:buFont typeface="Courier New" panose="02070309020205020404" pitchFamily="49" charset="0"/>
              <a:buChar char="o"/>
            </a:pPr>
            <a:r>
              <a:rPr lang="en-US" sz="1600" dirty="0">
                <a:latin typeface="Times New Roman" panose="02020603050405020304" pitchFamily="18" charset="0"/>
                <a:ea typeface="Times New Roman" panose="02020603050405020304" pitchFamily="18" charset="0"/>
              </a:rPr>
              <a:t>Address modification module</a:t>
            </a:r>
            <a:endParaRPr lang="en-IN" sz="1600" dirty="0">
              <a:latin typeface="Times New Roman" panose="02020603050405020304" pitchFamily="18" charset="0"/>
              <a:ea typeface="Times New Roman" panose="02020603050405020304" pitchFamily="18" charset="0"/>
            </a:endParaRPr>
          </a:p>
          <a:p>
            <a:pPr marL="742950" lvl="1" indent="-285750" algn="just">
              <a:lnSpc>
                <a:spcPct val="115000"/>
              </a:lnSpc>
              <a:spcAft>
                <a:spcPts val="600"/>
              </a:spcAft>
              <a:buFont typeface="Courier New" panose="02070309020205020404" pitchFamily="49" charset="0"/>
              <a:buChar char="o"/>
            </a:pPr>
            <a:r>
              <a:rPr lang="en-US" sz="1600" dirty="0">
                <a:latin typeface="Times New Roman" panose="02020603050405020304" pitchFamily="18" charset="0"/>
                <a:ea typeface="Times New Roman" panose="02020603050405020304" pitchFamily="18" charset="0"/>
              </a:rPr>
              <a:t>License renewal module</a:t>
            </a:r>
            <a:endParaRPr lang="en-IN" sz="1200" dirty="0">
              <a:effectLst/>
              <a:latin typeface="Times New Roman" panose="02020603050405020304" pitchFamily="18" charset="0"/>
              <a:ea typeface="Times New Roman" panose="02020603050405020304" pitchFamily="18" charset="0"/>
            </a:endParaRPr>
          </a:p>
        </p:txBody>
      </p:sp>
      <p:pic>
        <p:nvPicPr>
          <p:cNvPr id="5" name="Picture 4">
            <a:extLst>
              <a:ext uri="{FF2B5EF4-FFF2-40B4-BE49-F238E27FC236}">
                <a16:creationId xmlns:a16="http://schemas.microsoft.com/office/drawing/2014/main" id="{D24D62E0-D67A-4516-8EBB-6478994FED04}"/>
              </a:ext>
            </a:extLst>
          </p:cNvPr>
          <p:cNvPicPr>
            <a:picLocks noChangeAspect="1"/>
          </p:cNvPicPr>
          <p:nvPr/>
        </p:nvPicPr>
        <p:blipFill>
          <a:blip r:embed="rId2"/>
          <a:stretch>
            <a:fillRect/>
          </a:stretch>
        </p:blipFill>
        <p:spPr>
          <a:xfrm>
            <a:off x="4325593" y="4533738"/>
            <a:ext cx="3127343" cy="2001286"/>
          </a:xfrm>
          <a:prstGeom prst="rect">
            <a:avLst/>
          </a:prstGeom>
        </p:spPr>
      </p:pic>
      <p:sp>
        <p:nvSpPr>
          <p:cNvPr id="2" name="Slide Number Placeholder 1">
            <a:extLst>
              <a:ext uri="{FF2B5EF4-FFF2-40B4-BE49-F238E27FC236}">
                <a16:creationId xmlns:a16="http://schemas.microsoft.com/office/drawing/2014/main" id="{476DFC39-24BD-49B9-AB79-DBA83073AE8E}"/>
              </a:ext>
            </a:extLst>
          </p:cNvPr>
          <p:cNvSpPr>
            <a:spLocks noGrp="1"/>
          </p:cNvSpPr>
          <p:nvPr>
            <p:ph type="sldNum" sz="quarter" idx="12"/>
          </p:nvPr>
        </p:nvSpPr>
        <p:spPr>
          <a:xfrm>
            <a:off x="11191165" y="6352461"/>
            <a:ext cx="780374" cy="365125"/>
          </a:xfrm>
        </p:spPr>
        <p:txBody>
          <a:bodyPr/>
          <a:lstStyle/>
          <a:p>
            <a:r>
              <a:rPr lang="en-IN" sz="1050" b="1" dirty="0">
                <a:solidFill>
                  <a:schemeClr val="tx1">
                    <a:lumMod val="95000"/>
                    <a:lumOff val="5000"/>
                  </a:schemeClr>
                </a:solidFill>
                <a:latin typeface="Times New Roman" panose="02020603050405020304" pitchFamily="18" charset="0"/>
                <a:cs typeface="Times New Roman" panose="02020603050405020304" pitchFamily="18" charset="0"/>
              </a:rPr>
              <a:t>PG NO: </a:t>
            </a:r>
            <a:fld id="{B54A08B0-5A9A-4946-919B-A6856108856E}" type="slidenum">
              <a:rPr lang="en-IN" sz="1050" b="1" smtClean="0">
                <a:solidFill>
                  <a:schemeClr val="tx1">
                    <a:lumMod val="95000"/>
                    <a:lumOff val="5000"/>
                  </a:schemeClr>
                </a:solidFill>
                <a:latin typeface="Times New Roman" panose="02020603050405020304" pitchFamily="18" charset="0"/>
                <a:cs typeface="Times New Roman" panose="02020603050405020304" pitchFamily="18" charset="0"/>
              </a:rPr>
              <a:t>10</a:t>
            </a:fld>
            <a:endParaRPr lang="en-IN" sz="105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69260882"/>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28D1E5D-64B0-4A5F-9142-49722A3339A9}"/>
              </a:ext>
            </a:extLst>
          </p:cNvPr>
          <p:cNvSpPr/>
          <p:nvPr/>
        </p:nvSpPr>
        <p:spPr>
          <a:xfrm>
            <a:off x="424070" y="238539"/>
            <a:ext cx="8719930" cy="4539320"/>
          </a:xfrm>
          <a:prstGeom prst="rect">
            <a:avLst/>
          </a:prstGeom>
        </p:spPr>
        <p:txBody>
          <a:bodyPr wrap="square">
            <a:spAutoFit/>
          </a:bodyPr>
          <a:lstStyle/>
          <a:p>
            <a:pPr marL="342900" lvl="0" indent="-342900" algn="just">
              <a:lnSpc>
                <a:spcPct val="115000"/>
              </a:lnSpc>
              <a:spcAft>
                <a:spcPts val="1000"/>
              </a:spcAft>
              <a:buFont typeface="Symbol" panose="05050102010706020507" pitchFamily="18" charset="2"/>
              <a:buChar char=""/>
            </a:pPr>
            <a:r>
              <a:rPr lang="en-US" sz="2000" b="1" dirty="0">
                <a:latin typeface="Times New Roman" panose="02020603050405020304" pitchFamily="18" charset="0"/>
                <a:ea typeface="Times New Roman" panose="02020603050405020304" pitchFamily="18" charset="0"/>
              </a:rPr>
              <a:t>Branch module: </a:t>
            </a:r>
            <a:r>
              <a:rPr lang="en-US" dirty="0">
                <a:latin typeface="Times New Roman" panose="02020603050405020304" pitchFamily="18" charset="0"/>
                <a:ea typeface="Times New Roman" panose="02020603050405020304" pitchFamily="18" charset="0"/>
              </a:rPr>
              <a:t>This module allows user to add RTO branch details by entering branch name, branch description, etc.</a:t>
            </a:r>
            <a:endParaRPr lang="en-IN" dirty="0">
              <a:latin typeface="Times New Roman" panose="02020603050405020304" pitchFamily="18" charset="0"/>
              <a:ea typeface="Times New Roman" panose="02020603050405020304" pitchFamily="18" charset="0"/>
            </a:endParaRPr>
          </a:p>
          <a:p>
            <a:pPr marL="742950" lvl="1" indent="-285750" algn="just">
              <a:lnSpc>
                <a:spcPct val="115000"/>
              </a:lnSpc>
              <a:spcAft>
                <a:spcPts val="600"/>
              </a:spcAft>
              <a:buFont typeface="Courier New" panose="02070309020205020404" pitchFamily="49" charset="0"/>
              <a:buChar char="o"/>
            </a:pPr>
            <a:r>
              <a:rPr lang="en-US" dirty="0">
                <a:latin typeface="Times New Roman" panose="02020603050405020304" pitchFamily="18" charset="0"/>
                <a:ea typeface="Times New Roman" panose="02020603050405020304" pitchFamily="18" charset="0"/>
              </a:rPr>
              <a:t>Add branch</a:t>
            </a:r>
            <a:endParaRPr lang="en-IN" dirty="0">
              <a:latin typeface="Times New Roman" panose="02020603050405020304" pitchFamily="18" charset="0"/>
              <a:ea typeface="Times New Roman" panose="02020603050405020304" pitchFamily="18" charset="0"/>
            </a:endParaRPr>
          </a:p>
          <a:p>
            <a:pPr marL="742950" lvl="1" indent="-285750" algn="just">
              <a:lnSpc>
                <a:spcPct val="115000"/>
              </a:lnSpc>
              <a:spcAft>
                <a:spcPts val="600"/>
              </a:spcAft>
              <a:buFont typeface="Courier New" panose="02070309020205020404" pitchFamily="49" charset="0"/>
              <a:buChar char="o"/>
            </a:pPr>
            <a:r>
              <a:rPr lang="en-US" dirty="0">
                <a:latin typeface="Times New Roman" panose="02020603050405020304" pitchFamily="18" charset="0"/>
                <a:ea typeface="Times New Roman" panose="02020603050405020304" pitchFamily="18" charset="0"/>
              </a:rPr>
              <a:t>View branch</a:t>
            </a:r>
            <a:endParaRPr lang="en-IN" dirty="0">
              <a:latin typeface="Times New Roman" panose="02020603050405020304" pitchFamily="18" charset="0"/>
              <a:ea typeface="Times New Roman" panose="02020603050405020304" pitchFamily="18" charset="0"/>
            </a:endParaRPr>
          </a:p>
          <a:p>
            <a:pPr marL="342900" lvl="0" indent="-342900" algn="just">
              <a:lnSpc>
                <a:spcPct val="115000"/>
              </a:lnSpc>
              <a:spcAft>
                <a:spcPts val="1000"/>
              </a:spcAft>
              <a:buFont typeface="Symbol" panose="05050102010706020507" pitchFamily="18" charset="2"/>
              <a:buChar char=""/>
            </a:pPr>
            <a:r>
              <a:rPr lang="en-US" sz="2000" b="1" dirty="0">
                <a:latin typeface="Times New Roman" panose="02020603050405020304" pitchFamily="18" charset="0"/>
                <a:ea typeface="Times New Roman" panose="02020603050405020304" pitchFamily="18" charset="0"/>
              </a:rPr>
              <a:t>Report module: </a:t>
            </a:r>
            <a:r>
              <a:rPr lang="en-US" dirty="0">
                <a:latin typeface="Times New Roman" panose="02020603050405020304" pitchFamily="18" charset="0"/>
                <a:ea typeface="Times New Roman" panose="02020603050405020304" pitchFamily="18" charset="0"/>
              </a:rPr>
              <a:t>This module generates various kinds of reports. </a:t>
            </a:r>
            <a:endParaRPr lang="en-IN" dirty="0">
              <a:latin typeface="Times New Roman" panose="02020603050405020304" pitchFamily="18" charset="0"/>
              <a:ea typeface="Times New Roman" panose="02020603050405020304" pitchFamily="18" charset="0"/>
            </a:endParaRPr>
          </a:p>
          <a:p>
            <a:pPr marL="742950" lvl="1" indent="-285750" algn="just">
              <a:lnSpc>
                <a:spcPct val="115000"/>
              </a:lnSpc>
              <a:spcAft>
                <a:spcPts val="600"/>
              </a:spcAft>
              <a:buFont typeface="Courier New" panose="02070309020205020404" pitchFamily="49" charset="0"/>
              <a:buChar char="o"/>
            </a:pPr>
            <a:r>
              <a:rPr lang="en-US" dirty="0">
                <a:latin typeface="Times New Roman" panose="02020603050405020304" pitchFamily="18" charset="0"/>
                <a:ea typeface="Times New Roman" panose="02020603050405020304" pitchFamily="18" charset="0"/>
              </a:rPr>
              <a:t>Registration report</a:t>
            </a:r>
            <a:endParaRPr lang="en-IN" dirty="0">
              <a:latin typeface="Times New Roman" panose="02020603050405020304" pitchFamily="18" charset="0"/>
              <a:ea typeface="Times New Roman" panose="02020603050405020304" pitchFamily="18" charset="0"/>
            </a:endParaRPr>
          </a:p>
          <a:p>
            <a:pPr marL="742950" lvl="1" indent="-285750" algn="just">
              <a:lnSpc>
                <a:spcPct val="115000"/>
              </a:lnSpc>
              <a:spcAft>
                <a:spcPts val="600"/>
              </a:spcAft>
              <a:buFont typeface="Courier New" panose="02070309020205020404" pitchFamily="49" charset="0"/>
              <a:buChar char="o"/>
            </a:pPr>
            <a:r>
              <a:rPr lang="en-US" dirty="0">
                <a:latin typeface="Times New Roman" panose="02020603050405020304" pitchFamily="18" charset="0"/>
                <a:ea typeface="Times New Roman" panose="02020603050405020304" pitchFamily="18" charset="0"/>
              </a:rPr>
              <a:t>Vehicle registration report</a:t>
            </a:r>
            <a:endParaRPr lang="en-IN" dirty="0">
              <a:latin typeface="Times New Roman" panose="02020603050405020304" pitchFamily="18" charset="0"/>
              <a:ea typeface="Times New Roman" panose="02020603050405020304" pitchFamily="18" charset="0"/>
            </a:endParaRPr>
          </a:p>
          <a:p>
            <a:pPr marL="742950" lvl="1" indent="-285750" algn="just">
              <a:lnSpc>
                <a:spcPct val="115000"/>
              </a:lnSpc>
              <a:spcAft>
                <a:spcPts val="600"/>
              </a:spcAft>
              <a:buFont typeface="Courier New" panose="02070309020205020404" pitchFamily="49" charset="0"/>
              <a:buChar char="o"/>
            </a:pPr>
            <a:r>
              <a:rPr lang="en-US" dirty="0">
                <a:latin typeface="Times New Roman" panose="02020603050405020304" pitchFamily="18" charset="0"/>
                <a:ea typeface="Times New Roman" panose="02020603050405020304" pitchFamily="18" charset="0"/>
              </a:rPr>
              <a:t>Learner license report</a:t>
            </a:r>
            <a:endParaRPr lang="en-IN" dirty="0">
              <a:latin typeface="Times New Roman" panose="02020603050405020304" pitchFamily="18" charset="0"/>
              <a:ea typeface="Times New Roman" panose="02020603050405020304" pitchFamily="18" charset="0"/>
            </a:endParaRPr>
          </a:p>
          <a:p>
            <a:pPr marL="742950" lvl="1" indent="-285750" algn="just">
              <a:lnSpc>
                <a:spcPct val="115000"/>
              </a:lnSpc>
              <a:spcAft>
                <a:spcPts val="600"/>
              </a:spcAft>
              <a:buFont typeface="Courier New" panose="02070309020205020404" pitchFamily="49" charset="0"/>
              <a:buChar char="o"/>
            </a:pPr>
            <a:r>
              <a:rPr lang="en-US" dirty="0">
                <a:latin typeface="Times New Roman" panose="02020603050405020304" pitchFamily="18" charset="0"/>
                <a:ea typeface="Times New Roman" panose="02020603050405020304" pitchFamily="18" charset="0"/>
              </a:rPr>
              <a:t>Permanent license report</a:t>
            </a:r>
            <a:endParaRPr lang="en-IN" dirty="0">
              <a:latin typeface="Times New Roman" panose="02020603050405020304" pitchFamily="18" charset="0"/>
              <a:ea typeface="Times New Roman" panose="02020603050405020304" pitchFamily="18" charset="0"/>
            </a:endParaRPr>
          </a:p>
          <a:p>
            <a:pPr marL="742950" lvl="1" indent="-285750" algn="just">
              <a:lnSpc>
                <a:spcPct val="115000"/>
              </a:lnSpc>
              <a:spcAft>
                <a:spcPts val="600"/>
              </a:spcAft>
              <a:buFont typeface="Courier New" panose="02070309020205020404" pitchFamily="49" charset="0"/>
              <a:buChar char="o"/>
            </a:pPr>
            <a:r>
              <a:rPr lang="en-US" dirty="0">
                <a:latin typeface="Times New Roman" panose="02020603050405020304" pitchFamily="18" charset="0"/>
                <a:ea typeface="Times New Roman" panose="02020603050405020304" pitchFamily="18" charset="0"/>
              </a:rPr>
              <a:t>Address modification report</a:t>
            </a:r>
            <a:endParaRPr lang="en-IN" dirty="0">
              <a:latin typeface="Times New Roman" panose="02020603050405020304" pitchFamily="18" charset="0"/>
              <a:ea typeface="Times New Roman" panose="02020603050405020304" pitchFamily="18" charset="0"/>
            </a:endParaRPr>
          </a:p>
          <a:p>
            <a:pPr marL="742950" lvl="1" indent="-285750" algn="just">
              <a:lnSpc>
                <a:spcPct val="115000"/>
              </a:lnSpc>
              <a:spcAft>
                <a:spcPts val="600"/>
              </a:spcAft>
              <a:buFont typeface="Courier New" panose="02070309020205020404" pitchFamily="49" charset="0"/>
              <a:buChar char="o"/>
            </a:pPr>
            <a:r>
              <a:rPr lang="en-US" dirty="0">
                <a:latin typeface="Times New Roman" panose="02020603050405020304" pitchFamily="18" charset="0"/>
                <a:ea typeface="Times New Roman" panose="02020603050405020304" pitchFamily="18" charset="0"/>
              </a:rPr>
              <a:t>License renewal report</a:t>
            </a:r>
            <a:endParaRPr lang="en-IN" dirty="0">
              <a:effectLst/>
              <a:latin typeface="Times New Roman" panose="02020603050405020304" pitchFamily="18" charset="0"/>
              <a:ea typeface="Times New Roman" panose="02020603050405020304" pitchFamily="18" charset="0"/>
            </a:endParaRPr>
          </a:p>
        </p:txBody>
      </p:sp>
      <p:pic>
        <p:nvPicPr>
          <p:cNvPr id="3" name="Picture 2">
            <a:extLst>
              <a:ext uri="{FF2B5EF4-FFF2-40B4-BE49-F238E27FC236}">
                <a16:creationId xmlns:a16="http://schemas.microsoft.com/office/drawing/2014/main" id="{D8473CA3-AAF6-42D3-9A55-F0339D19ABB1}"/>
              </a:ext>
            </a:extLst>
          </p:cNvPr>
          <p:cNvPicPr/>
          <p:nvPr/>
        </p:nvPicPr>
        <p:blipFill>
          <a:blip r:embed="rId2"/>
          <a:stretch>
            <a:fillRect/>
          </a:stretch>
        </p:blipFill>
        <p:spPr>
          <a:xfrm>
            <a:off x="8319466" y="3125857"/>
            <a:ext cx="933450" cy="12954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Slide Number Placeholder 3">
            <a:extLst>
              <a:ext uri="{FF2B5EF4-FFF2-40B4-BE49-F238E27FC236}">
                <a16:creationId xmlns:a16="http://schemas.microsoft.com/office/drawing/2014/main" id="{D649A2E8-9B19-4331-AB10-32FF3D440FDD}"/>
              </a:ext>
            </a:extLst>
          </p:cNvPr>
          <p:cNvSpPr>
            <a:spLocks noGrp="1"/>
          </p:cNvSpPr>
          <p:nvPr>
            <p:ph type="sldNum" sz="quarter" idx="12"/>
          </p:nvPr>
        </p:nvSpPr>
        <p:spPr>
          <a:xfrm>
            <a:off x="11068334" y="6368909"/>
            <a:ext cx="989811" cy="365125"/>
          </a:xfrm>
        </p:spPr>
        <p:txBody>
          <a:bodyPr/>
          <a:lstStyle/>
          <a:p>
            <a:r>
              <a:rPr lang="en-IN" sz="1050" b="1" dirty="0">
                <a:solidFill>
                  <a:schemeClr val="tx1">
                    <a:lumMod val="95000"/>
                    <a:lumOff val="5000"/>
                  </a:schemeClr>
                </a:solidFill>
                <a:latin typeface="Times New Roman" panose="02020603050405020304" pitchFamily="18" charset="0"/>
                <a:cs typeface="Times New Roman" panose="02020603050405020304" pitchFamily="18" charset="0"/>
              </a:rPr>
              <a:t>PG NO:</a:t>
            </a:r>
            <a:fld id="{B54A08B0-5A9A-4946-919B-A6856108856E}" type="slidenum">
              <a:rPr lang="en-IN" sz="1050" b="1">
                <a:solidFill>
                  <a:schemeClr val="tx1">
                    <a:lumMod val="95000"/>
                    <a:lumOff val="5000"/>
                  </a:schemeClr>
                </a:solidFill>
                <a:latin typeface="Times New Roman" panose="02020603050405020304" pitchFamily="18" charset="0"/>
                <a:cs typeface="Times New Roman" panose="02020603050405020304" pitchFamily="18" charset="0"/>
              </a:rPr>
              <a:pPr/>
              <a:t>11</a:t>
            </a:fld>
            <a:endParaRPr lang="en-IN" sz="1050" b="1" dirty="0">
              <a:solidFill>
                <a:schemeClr val="tx1">
                  <a:lumMod val="95000"/>
                  <a:lumOff val="5000"/>
                </a:schemeClr>
              </a:solidFill>
              <a:latin typeface="Times New Roman" panose="02020603050405020304" pitchFamily="18" charset="0"/>
              <a:cs typeface="Times New Roman" panose="02020603050405020304" pitchFamily="18" charset="0"/>
            </a:endParaRPr>
          </a:p>
          <a:p>
            <a:endParaRPr lang="en-IN" sz="105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39699905"/>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CB2285C-8898-4201-AC56-5F78E0A54567}"/>
              </a:ext>
            </a:extLst>
          </p:cNvPr>
          <p:cNvSpPr/>
          <p:nvPr/>
        </p:nvSpPr>
        <p:spPr>
          <a:xfrm>
            <a:off x="212034" y="2357424"/>
            <a:ext cx="8547652" cy="2143151"/>
          </a:xfrm>
          <a:prstGeom prst="rect">
            <a:avLst/>
          </a:prstGeom>
        </p:spPr>
        <p:txBody>
          <a:bodyPr wrap="square">
            <a:spAutoFit/>
          </a:bodyPr>
          <a:lstStyle/>
          <a:p>
            <a:pPr marL="342900" indent="-342900" algn="just">
              <a:lnSpc>
                <a:spcPct val="115000"/>
              </a:lnSpc>
              <a:spcAft>
                <a:spcPts val="1000"/>
              </a:spcAft>
              <a:buFont typeface="Wingdings" panose="05000000000000000000" pitchFamily="2" charset="2"/>
              <a:buChar char="v"/>
            </a:pPr>
            <a:r>
              <a:rPr lang="en-IN" sz="2400" b="1" dirty="0">
                <a:latin typeface="Times New Roman" panose="02020603050405020304" pitchFamily="18" charset="0"/>
                <a:ea typeface="Calibri" panose="020F0502020204030204" pitchFamily="34" charset="0"/>
                <a:cs typeface="Times New Roman" panose="02020603050405020304" pitchFamily="18" charset="0"/>
              </a:rPr>
              <a:t>1.12 </a:t>
            </a:r>
            <a:r>
              <a:rPr lang="en-IN" sz="2400" b="1" u="sng" dirty="0">
                <a:latin typeface="Times New Roman" panose="02020603050405020304" pitchFamily="18" charset="0"/>
                <a:ea typeface="Calibri" panose="020F0502020204030204" pitchFamily="34" charset="0"/>
                <a:cs typeface="Times New Roman" panose="02020603050405020304" pitchFamily="18" charset="0"/>
              </a:rPr>
              <a:t>Future scope of the project</a:t>
            </a:r>
            <a:endParaRPr lang="en-IN" u="sng"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15000"/>
              </a:lnSpc>
              <a:spcAft>
                <a:spcPts val="0"/>
              </a:spcAft>
              <a:buFont typeface="Courier New" panose="02070309020205020404" pitchFamily="49" charset="0"/>
              <a:buChar char="o"/>
            </a:pPr>
            <a:r>
              <a:rPr lang="en-IN" sz="2000" dirty="0">
                <a:latin typeface="Times New Roman" panose="02020603050405020304" pitchFamily="18" charset="0"/>
                <a:ea typeface="Calibri" panose="020F0502020204030204" pitchFamily="34" charset="0"/>
                <a:cs typeface="Times New Roman" panose="02020603050405020304" pitchFamily="18" charset="0"/>
              </a:rPr>
              <a:t>We can also add a provision to track a stolen vehicle in the future systems through GPS tracking.</a:t>
            </a:r>
          </a:p>
          <a:p>
            <a:pPr marL="342900" lvl="0" indent="-342900" algn="just">
              <a:lnSpc>
                <a:spcPct val="115000"/>
              </a:lnSpc>
              <a:spcAft>
                <a:spcPts val="1000"/>
              </a:spcAft>
              <a:buFont typeface="Courier New" panose="02070309020205020404" pitchFamily="49" charset="0"/>
              <a:buChar char="o"/>
            </a:pPr>
            <a:r>
              <a:rPr lang="en-IN" sz="2000" dirty="0">
                <a:latin typeface="Times New Roman" panose="02020603050405020304" pitchFamily="18" charset="0"/>
                <a:ea typeface="Calibri" panose="020F0502020204030204" pitchFamily="34" charset="0"/>
                <a:cs typeface="Times New Roman" panose="02020603050405020304" pitchFamily="18" charset="0"/>
              </a:rPr>
              <a:t>Fake registration plates, if any, would be detected immediately.</a:t>
            </a:r>
          </a:p>
          <a:p>
            <a:pPr marL="285750" indent="-285750">
              <a:buFont typeface="Courier New" panose="02070309020205020404" pitchFamily="49" charset="0"/>
              <a:buChar char="o"/>
            </a:pPr>
            <a:r>
              <a:rPr lang="en-IN" sz="2000" dirty="0">
                <a:latin typeface="Times New Roman" panose="02020603050405020304" pitchFamily="18" charset="0"/>
                <a:ea typeface="Calibri" panose="020F0502020204030204" pitchFamily="34" charset="0"/>
                <a:cs typeface="Times New Roman" panose="02020603050405020304" pitchFamily="18" charset="0"/>
              </a:rPr>
              <a:t>We can implement this project in Android or iPhone in future</a:t>
            </a:r>
            <a:endParaRPr lang="en-IN" sz="2000"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9C440771-FC59-4B92-AF55-30E5211E7CF4}"/>
              </a:ext>
            </a:extLst>
          </p:cNvPr>
          <p:cNvSpPr/>
          <p:nvPr/>
        </p:nvSpPr>
        <p:spPr>
          <a:xfrm>
            <a:off x="212034" y="217948"/>
            <a:ext cx="9886122" cy="1941878"/>
          </a:xfrm>
          <a:prstGeom prst="rect">
            <a:avLst/>
          </a:prstGeom>
        </p:spPr>
        <p:txBody>
          <a:bodyPr wrap="square">
            <a:spAutoFit/>
          </a:bodyPr>
          <a:lstStyle/>
          <a:p>
            <a:pPr marL="457200" indent="-457200">
              <a:spcBef>
                <a:spcPts val="1200"/>
              </a:spcBef>
              <a:spcAft>
                <a:spcPts val="1200"/>
              </a:spcAft>
              <a:buFont typeface="Wingdings" panose="05000000000000000000" pitchFamily="2" charset="2"/>
              <a:buChar char="v"/>
            </a:pPr>
            <a:r>
              <a:rPr lang="en-US" sz="2800" b="1" dirty="0">
                <a:latin typeface="Times New Roman" panose="02020603050405020304" pitchFamily="18" charset="0"/>
                <a:ea typeface="Times New Roman" panose="02020603050405020304" pitchFamily="18" charset="0"/>
              </a:rPr>
              <a:t> </a:t>
            </a:r>
            <a:r>
              <a:rPr lang="en-US" sz="2400" b="1" dirty="0">
                <a:latin typeface="Times New Roman" panose="02020603050405020304" pitchFamily="18" charset="0"/>
                <a:ea typeface="Times New Roman" panose="02020603050405020304" pitchFamily="18" charset="0"/>
              </a:rPr>
              <a:t>1.11 </a:t>
            </a:r>
            <a:r>
              <a:rPr lang="en-US" sz="2400" b="1" u="sng" dirty="0">
                <a:latin typeface="Times New Roman" panose="02020603050405020304" pitchFamily="18" charset="0"/>
                <a:ea typeface="Times New Roman" panose="02020603050405020304" pitchFamily="18" charset="0"/>
              </a:rPr>
              <a:t>Security Requirements</a:t>
            </a:r>
            <a:r>
              <a:rPr lang="en-US" sz="500" b="1" u="sng" dirty="0">
                <a:latin typeface="Times New Roman" panose="02020603050405020304" pitchFamily="18" charset="0"/>
                <a:ea typeface="Times New Roman" panose="02020603050405020304" pitchFamily="18" charset="0"/>
              </a:rPr>
              <a:t>     </a:t>
            </a:r>
            <a:endParaRPr lang="en-IN" sz="2400" b="1" u="sng" dirty="0">
              <a:latin typeface="Times New Roman" panose="02020603050405020304" pitchFamily="18" charset="0"/>
              <a:ea typeface="Times New Roman" panose="02020603050405020304" pitchFamily="18" charset="0"/>
            </a:endParaRPr>
          </a:p>
          <a:p>
            <a:pPr marL="342900" indent="-342900">
              <a:lnSpc>
                <a:spcPts val="1200"/>
              </a:lnSpc>
              <a:spcBef>
                <a:spcPts val="1200"/>
              </a:spcBef>
              <a:buFont typeface="Times New Roman" panose="02020603050405020304" pitchFamily="18" charset="0"/>
              <a:buChar char="•"/>
            </a:pPr>
            <a:r>
              <a:rPr lang="en-US" sz="2400" dirty="0">
                <a:latin typeface="Times New Roman" panose="02020603050405020304" pitchFamily="18" charset="0"/>
                <a:ea typeface="Times New Roman" panose="02020603050405020304" pitchFamily="18" charset="0"/>
              </a:rPr>
              <a:t>Users shall be required to log in to the System for all operations</a:t>
            </a:r>
          </a:p>
          <a:p>
            <a:pPr marL="342900" indent="-342900">
              <a:lnSpc>
                <a:spcPts val="1200"/>
              </a:lnSpc>
              <a:buFont typeface="Times New Roman" panose="02020603050405020304" pitchFamily="18" charset="0"/>
              <a:buChar char="•"/>
            </a:pPr>
            <a:endParaRPr lang="en-US" sz="2400" dirty="0">
              <a:latin typeface="Times New Roman" panose="02020603050405020304" pitchFamily="18" charset="0"/>
              <a:ea typeface="Times New Roman" panose="02020603050405020304" pitchFamily="18" charset="0"/>
            </a:endParaRPr>
          </a:p>
          <a:p>
            <a:pPr>
              <a:lnSpc>
                <a:spcPts val="1200"/>
              </a:lnSpc>
            </a:pPr>
            <a:r>
              <a:rPr lang="en-US" sz="2400" dirty="0">
                <a:latin typeface="Times New Roman" panose="02020603050405020304" pitchFamily="18" charset="0"/>
                <a:ea typeface="Times New Roman" panose="02020603050405020304" pitchFamily="18" charset="0"/>
              </a:rPr>
              <a:t>     except viewing a items.</a:t>
            </a:r>
          </a:p>
          <a:p>
            <a:pPr>
              <a:lnSpc>
                <a:spcPts val="1200"/>
              </a:lnSpc>
            </a:pPr>
            <a:endParaRPr lang="en-IN" sz="2400" dirty="0">
              <a:latin typeface="Times New Roman" panose="02020603050405020304" pitchFamily="18" charset="0"/>
              <a:ea typeface="Times New Roman" panose="02020603050405020304" pitchFamily="18" charset="0"/>
            </a:endParaRPr>
          </a:p>
          <a:p>
            <a:pPr marL="342900" indent="-342900">
              <a:lnSpc>
                <a:spcPts val="1200"/>
              </a:lnSpc>
              <a:buFont typeface="Times New Roman" panose="02020603050405020304" pitchFamily="18" charset="0"/>
              <a:buChar char="•"/>
            </a:pPr>
            <a:r>
              <a:rPr lang="en-US" sz="2400" dirty="0">
                <a:latin typeface="Times New Roman" panose="02020603050405020304" pitchFamily="18" charset="0"/>
                <a:ea typeface="Times New Roman" panose="02020603050405020304" pitchFamily="18" charset="0"/>
              </a:rPr>
              <a:t>The system shall permit only staff members who are on the list of</a:t>
            </a:r>
          </a:p>
          <a:p>
            <a:pPr marL="342900" indent="-342900">
              <a:lnSpc>
                <a:spcPts val="1200"/>
              </a:lnSpc>
              <a:buFont typeface="Times New Roman" panose="02020603050405020304" pitchFamily="18" charset="0"/>
              <a:buChar char="•"/>
            </a:pPr>
            <a:endParaRPr lang="en-US" sz="2400" dirty="0">
              <a:latin typeface="Times New Roman" panose="02020603050405020304" pitchFamily="18" charset="0"/>
              <a:ea typeface="Times New Roman" panose="02020603050405020304" pitchFamily="18" charset="0"/>
            </a:endParaRPr>
          </a:p>
          <a:p>
            <a:pPr>
              <a:lnSpc>
                <a:spcPts val="1200"/>
              </a:lnSpc>
            </a:pPr>
            <a:r>
              <a:rPr lang="en-US" sz="2400" dirty="0">
                <a:latin typeface="Times New Roman" panose="02020603050405020304" pitchFamily="18" charset="0"/>
                <a:ea typeface="Times New Roman" panose="02020603050405020304" pitchFamily="18" charset="0"/>
              </a:rPr>
              <a:t>     authorized Menu Managers to create or edit items.</a:t>
            </a:r>
            <a:endParaRPr lang="en-IN" sz="2400" dirty="0">
              <a:effectLst/>
              <a:latin typeface="Times New Roman" panose="02020603050405020304" pitchFamily="18" charset="0"/>
              <a:ea typeface="Times New Roman" panose="02020603050405020304" pitchFamily="18" charset="0"/>
            </a:endParaRPr>
          </a:p>
        </p:txBody>
      </p:sp>
      <p:sp>
        <p:nvSpPr>
          <p:cNvPr id="5" name="Rectangle 4">
            <a:extLst>
              <a:ext uri="{FF2B5EF4-FFF2-40B4-BE49-F238E27FC236}">
                <a16:creationId xmlns:a16="http://schemas.microsoft.com/office/drawing/2014/main" id="{F4AD8D50-EC7F-449F-90C9-02E33C70C3E8}"/>
              </a:ext>
            </a:extLst>
          </p:cNvPr>
          <p:cNvSpPr/>
          <p:nvPr/>
        </p:nvSpPr>
        <p:spPr>
          <a:xfrm>
            <a:off x="212034" y="4698173"/>
            <a:ext cx="4872693" cy="461665"/>
          </a:xfrm>
          <a:prstGeom prst="rect">
            <a:avLst/>
          </a:prstGeom>
        </p:spPr>
        <p:txBody>
          <a:bodyPr wrap="square">
            <a:spAutoFit/>
          </a:bodyPr>
          <a:lstStyle/>
          <a:p>
            <a:pPr marL="342900" indent="-342900">
              <a:spcBef>
                <a:spcPts val="1200"/>
              </a:spcBef>
              <a:spcAft>
                <a:spcPts val="600"/>
              </a:spcAft>
              <a:buFont typeface="Wingdings" panose="05000000000000000000" pitchFamily="2" charset="2"/>
              <a:buChar char="v"/>
            </a:pPr>
            <a:r>
              <a:rPr lang="en-US" sz="2400" b="1" dirty="0">
                <a:latin typeface="Times New Roman" panose="02020603050405020304" pitchFamily="18" charset="0"/>
                <a:ea typeface="Times New Roman" panose="02020603050405020304" pitchFamily="18" charset="0"/>
              </a:rPr>
              <a:t>1.13 </a:t>
            </a:r>
            <a:r>
              <a:rPr lang="en-US" sz="2400" b="1" u="sng" dirty="0">
                <a:latin typeface="Times New Roman" panose="02020603050405020304" pitchFamily="18" charset="0"/>
                <a:ea typeface="Times New Roman" panose="02020603050405020304" pitchFamily="18" charset="0"/>
              </a:rPr>
              <a:t>Software Quality Attributes</a:t>
            </a:r>
            <a:endParaRPr lang="en-IN" sz="2400" b="1" u="sng" dirty="0">
              <a:latin typeface="Times New Roman" panose="02020603050405020304" pitchFamily="18" charset="0"/>
              <a:ea typeface="Times New Roman" panose="02020603050405020304" pitchFamily="18" charset="0"/>
            </a:endParaRPr>
          </a:p>
        </p:txBody>
      </p:sp>
      <p:sp>
        <p:nvSpPr>
          <p:cNvPr id="6" name="Rectangle 5">
            <a:extLst>
              <a:ext uri="{FF2B5EF4-FFF2-40B4-BE49-F238E27FC236}">
                <a16:creationId xmlns:a16="http://schemas.microsoft.com/office/drawing/2014/main" id="{E2013A6F-F634-434C-9CCE-6CC0D7021095}"/>
              </a:ext>
            </a:extLst>
          </p:cNvPr>
          <p:cNvSpPr/>
          <p:nvPr/>
        </p:nvSpPr>
        <p:spPr>
          <a:xfrm>
            <a:off x="-861391" y="5159838"/>
            <a:ext cx="6745356" cy="1485407"/>
          </a:xfrm>
          <a:prstGeom prst="rect">
            <a:avLst/>
          </a:prstGeom>
        </p:spPr>
        <p:txBody>
          <a:bodyPr wrap="square">
            <a:spAutoFit/>
          </a:bodyPr>
          <a:lstStyle/>
          <a:p>
            <a:pPr marL="1600200" lvl="3" indent="-228600" algn="just">
              <a:lnSpc>
                <a:spcPct val="115000"/>
              </a:lnSpc>
              <a:buFont typeface="Symbol" panose="05050102010706020507" pitchFamily="18" charset="2"/>
              <a:buChar char=""/>
              <a:tabLst>
                <a:tab pos="1890395" algn="l"/>
              </a:tabLst>
            </a:pPr>
            <a:r>
              <a:rPr lang="en-US" sz="1600" dirty="0">
                <a:latin typeface="Times New Roman" panose="02020603050405020304" pitchFamily="18" charset="0"/>
                <a:ea typeface="Times New Roman" panose="02020603050405020304" pitchFamily="18" charset="0"/>
              </a:rPr>
              <a:t>Reliability	</a:t>
            </a:r>
            <a:endParaRPr lang="en-IN" sz="1600" dirty="0">
              <a:latin typeface="Times New Roman" panose="02020603050405020304" pitchFamily="18" charset="0"/>
              <a:ea typeface="Times New Roman" panose="02020603050405020304" pitchFamily="18" charset="0"/>
            </a:endParaRPr>
          </a:p>
          <a:p>
            <a:pPr marL="1600200" lvl="3" indent="-228600" algn="just">
              <a:lnSpc>
                <a:spcPct val="115000"/>
              </a:lnSpc>
              <a:buFont typeface="Symbol" panose="05050102010706020507" pitchFamily="18" charset="2"/>
              <a:buChar char=""/>
              <a:tabLst>
                <a:tab pos="1890395" algn="l"/>
              </a:tabLst>
            </a:pPr>
            <a:r>
              <a:rPr lang="en-US" sz="1600" dirty="0">
                <a:latin typeface="Times New Roman" panose="02020603050405020304" pitchFamily="18" charset="0"/>
                <a:ea typeface="Times New Roman" panose="02020603050405020304" pitchFamily="18" charset="0"/>
              </a:rPr>
              <a:t>Security</a:t>
            </a:r>
            <a:endParaRPr lang="en-IN" sz="1600" dirty="0">
              <a:latin typeface="Times New Roman" panose="02020603050405020304" pitchFamily="18" charset="0"/>
              <a:ea typeface="Times New Roman" panose="02020603050405020304" pitchFamily="18" charset="0"/>
            </a:endParaRPr>
          </a:p>
          <a:p>
            <a:pPr marL="1600200" lvl="3" indent="-228600" algn="just">
              <a:lnSpc>
                <a:spcPct val="115000"/>
              </a:lnSpc>
              <a:buFont typeface="Symbol" panose="05050102010706020507" pitchFamily="18" charset="2"/>
              <a:buChar char=""/>
              <a:tabLst>
                <a:tab pos="1890395" algn="l"/>
              </a:tabLst>
            </a:pPr>
            <a:r>
              <a:rPr lang="en-US" sz="1600" dirty="0">
                <a:latin typeface="Times New Roman" panose="02020603050405020304" pitchFamily="18" charset="0"/>
                <a:ea typeface="Times New Roman" panose="02020603050405020304" pitchFamily="18" charset="0"/>
              </a:rPr>
              <a:t>Maintainability</a:t>
            </a:r>
            <a:endParaRPr lang="en-IN" sz="1600" dirty="0">
              <a:latin typeface="Times New Roman" panose="02020603050405020304" pitchFamily="18" charset="0"/>
              <a:ea typeface="Times New Roman" panose="02020603050405020304" pitchFamily="18" charset="0"/>
            </a:endParaRPr>
          </a:p>
          <a:p>
            <a:pPr marL="1600200" lvl="3" indent="-228600" algn="just">
              <a:lnSpc>
                <a:spcPct val="115000"/>
              </a:lnSpc>
              <a:buFont typeface="Symbol" panose="05050102010706020507" pitchFamily="18" charset="2"/>
              <a:buChar char=""/>
              <a:tabLst>
                <a:tab pos="1890395" algn="l"/>
              </a:tabLst>
            </a:pPr>
            <a:r>
              <a:rPr lang="en-US" sz="1600" dirty="0">
                <a:latin typeface="Times New Roman" panose="02020603050405020304" pitchFamily="18" charset="0"/>
                <a:ea typeface="Times New Roman" panose="02020603050405020304" pitchFamily="18" charset="0"/>
              </a:rPr>
              <a:t>Availability 	</a:t>
            </a:r>
            <a:endParaRPr lang="en-IN" sz="1600" dirty="0">
              <a:latin typeface="Times New Roman" panose="02020603050405020304" pitchFamily="18" charset="0"/>
              <a:ea typeface="Times New Roman" panose="02020603050405020304" pitchFamily="18" charset="0"/>
            </a:endParaRPr>
          </a:p>
          <a:p>
            <a:pPr marL="1600200" lvl="3" indent="-228600" algn="just">
              <a:lnSpc>
                <a:spcPct val="115000"/>
              </a:lnSpc>
              <a:buFont typeface="Symbol" panose="05050102010706020507" pitchFamily="18" charset="2"/>
              <a:buChar char=""/>
              <a:tabLst>
                <a:tab pos="1890395" algn="l"/>
              </a:tabLst>
            </a:pPr>
            <a:r>
              <a:rPr lang="en-US" sz="1600" dirty="0">
                <a:latin typeface="Times New Roman" panose="02020603050405020304" pitchFamily="18" charset="0"/>
                <a:ea typeface="Times New Roman" panose="02020603050405020304" pitchFamily="18" charset="0"/>
              </a:rPr>
              <a:t>Portability</a:t>
            </a:r>
            <a:endParaRPr lang="en-IN" sz="1600" dirty="0">
              <a:effectLst/>
              <a:latin typeface="Times New Roman" panose="02020603050405020304" pitchFamily="18" charset="0"/>
              <a:ea typeface="Times New Roman" panose="02020603050405020304" pitchFamily="18" charset="0"/>
            </a:endParaRPr>
          </a:p>
        </p:txBody>
      </p:sp>
      <p:pic>
        <p:nvPicPr>
          <p:cNvPr id="7" name="Picture 6">
            <a:extLst>
              <a:ext uri="{FF2B5EF4-FFF2-40B4-BE49-F238E27FC236}">
                <a16:creationId xmlns:a16="http://schemas.microsoft.com/office/drawing/2014/main" id="{23CC5758-BB08-4343-ADFE-109F67B139AF}"/>
              </a:ext>
            </a:extLst>
          </p:cNvPr>
          <p:cNvPicPr/>
          <p:nvPr/>
        </p:nvPicPr>
        <p:blipFill>
          <a:blip r:embed="rId2"/>
          <a:stretch>
            <a:fillRect/>
          </a:stretch>
        </p:blipFill>
        <p:spPr>
          <a:xfrm>
            <a:off x="7237550" y="5159838"/>
            <a:ext cx="923925" cy="126682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 name="Slide Number Placeholder 1">
            <a:extLst>
              <a:ext uri="{FF2B5EF4-FFF2-40B4-BE49-F238E27FC236}">
                <a16:creationId xmlns:a16="http://schemas.microsoft.com/office/drawing/2014/main" id="{4B688FCE-031D-4235-AD57-43D36C41323A}"/>
              </a:ext>
            </a:extLst>
          </p:cNvPr>
          <p:cNvSpPr>
            <a:spLocks noGrp="1"/>
          </p:cNvSpPr>
          <p:nvPr>
            <p:ph type="sldNum" sz="quarter" idx="12"/>
          </p:nvPr>
        </p:nvSpPr>
        <p:spPr>
          <a:xfrm>
            <a:off x="11232108" y="6426663"/>
            <a:ext cx="826038" cy="365125"/>
          </a:xfrm>
        </p:spPr>
        <p:txBody>
          <a:bodyPr/>
          <a:lstStyle/>
          <a:p>
            <a:r>
              <a:rPr lang="en-IN" sz="1050" b="1" dirty="0">
                <a:solidFill>
                  <a:schemeClr val="tx1">
                    <a:lumMod val="95000"/>
                    <a:lumOff val="5000"/>
                  </a:schemeClr>
                </a:solidFill>
                <a:latin typeface="Times New Roman" panose="02020603050405020304" pitchFamily="18" charset="0"/>
                <a:cs typeface="Times New Roman" panose="02020603050405020304" pitchFamily="18" charset="0"/>
              </a:rPr>
              <a:t>PG NO:</a:t>
            </a:r>
            <a:fld id="{B54A08B0-5A9A-4946-919B-A6856108856E}" type="slidenum">
              <a:rPr lang="en-IN" sz="1050" b="1" smtClean="0">
                <a:solidFill>
                  <a:schemeClr val="tx1">
                    <a:lumMod val="95000"/>
                    <a:lumOff val="5000"/>
                  </a:schemeClr>
                </a:solidFill>
                <a:latin typeface="Times New Roman" panose="02020603050405020304" pitchFamily="18" charset="0"/>
                <a:cs typeface="Times New Roman" panose="02020603050405020304" pitchFamily="18" charset="0"/>
              </a:rPr>
              <a:t>12</a:t>
            </a:fld>
            <a:endParaRPr lang="en-IN" sz="105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0270047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DA93F6A-ABC3-4BE4-B5D5-E802942EB7BB}"/>
              </a:ext>
            </a:extLst>
          </p:cNvPr>
          <p:cNvSpPr/>
          <p:nvPr/>
        </p:nvSpPr>
        <p:spPr>
          <a:xfrm>
            <a:off x="357807" y="318053"/>
            <a:ext cx="8574157" cy="2492990"/>
          </a:xfrm>
          <a:prstGeom prst="rect">
            <a:avLst/>
          </a:prstGeom>
        </p:spPr>
        <p:txBody>
          <a:bodyPr wrap="square">
            <a:spAutoFit/>
          </a:bodyPr>
          <a:lstStyle/>
          <a:p>
            <a:pPr marL="457200" indent="-457200">
              <a:spcBef>
                <a:spcPts val="1200"/>
              </a:spcBef>
              <a:spcAft>
                <a:spcPts val="600"/>
              </a:spcAft>
              <a:buFont typeface="Wingdings" panose="05000000000000000000" pitchFamily="2" charset="2"/>
              <a:buChar char="v"/>
            </a:pPr>
            <a:r>
              <a:rPr lang="en-US" sz="2800" b="1" dirty="0">
                <a:latin typeface="Times New Roman" panose="02020603050405020304" pitchFamily="18" charset="0"/>
                <a:ea typeface="Times New Roman" panose="02020603050405020304" pitchFamily="18" charset="0"/>
              </a:rPr>
              <a:t>1.14</a:t>
            </a:r>
            <a:r>
              <a:rPr lang="en-US" sz="2400" b="1" dirty="0">
                <a:latin typeface="Times New Roman" panose="02020603050405020304" pitchFamily="18" charset="0"/>
                <a:ea typeface="Times New Roman" panose="02020603050405020304" pitchFamily="18" charset="0"/>
              </a:rPr>
              <a:t> </a:t>
            </a:r>
            <a:r>
              <a:rPr lang="en-US" sz="2800" b="1" u="sng" dirty="0">
                <a:latin typeface="Times New Roman" panose="02020603050405020304" pitchFamily="18" charset="0"/>
                <a:ea typeface="Times New Roman" panose="02020603050405020304" pitchFamily="18" charset="0"/>
              </a:rPr>
              <a:t>Definitions, Acronyms, Abbreviations</a:t>
            </a:r>
            <a:endParaRPr lang="en-IN" sz="2800" b="1" u="sng" dirty="0">
              <a:latin typeface="Times New Roman" panose="02020603050405020304" pitchFamily="18" charset="0"/>
              <a:ea typeface="Times New Roman" panose="02020603050405020304" pitchFamily="18" charset="0"/>
            </a:endParaRPr>
          </a:p>
          <a:p>
            <a:pPr marL="342900" lvl="0" indent="-342900">
              <a:lnSpc>
                <a:spcPts val="1200"/>
              </a:lnSpc>
              <a:spcBef>
                <a:spcPts val="1200"/>
              </a:spcBef>
              <a:spcAft>
                <a:spcPts val="0"/>
              </a:spcAft>
              <a:buFont typeface="Times New Roman" panose="02020603050405020304" pitchFamily="18" charset="0"/>
              <a:buChar char="•"/>
            </a:pPr>
            <a:r>
              <a:rPr lang="en-US" sz="2000" dirty="0">
                <a:latin typeface="Times New Roman" panose="02020603050405020304" pitchFamily="18" charset="0"/>
                <a:ea typeface="Times New Roman" panose="02020603050405020304" pitchFamily="18" charset="0"/>
              </a:rPr>
              <a:t>SRS – Software requirements specifications.</a:t>
            </a:r>
          </a:p>
          <a:p>
            <a:pPr marL="342900" lvl="0" indent="-342900">
              <a:lnSpc>
                <a:spcPts val="1200"/>
              </a:lnSpc>
              <a:spcBef>
                <a:spcPts val="600"/>
              </a:spcBef>
              <a:spcAft>
                <a:spcPts val="0"/>
              </a:spcAft>
              <a:buFont typeface="Times New Roman" panose="02020603050405020304" pitchFamily="18" charset="0"/>
              <a:buChar char="•"/>
            </a:pPr>
            <a:endParaRPr lang="en-IN" sz="2000" dirty="0">
              <a:latin typeface="Times New Roman" panose="02020603050405020304" pitchFamily="18" charset="0"/>
              <a:ea typeface="Times New Roman" panose="02020603050405020304" pitchFamily="18" charset="0"/>
            </a:endParaRPr>
          </a:p>
          <a:p>
            <a:pPr marL="342900" lvl="0" indent="-342900">
              <a:lnSpc>
                <a:spcPts val="1200"/>
              </a:lnSpc>
              <a:spcAft>
                <a:spcPts val="0"/>
              </a:spcAft>
              <a:buFont typeface="Times New Roman" panose="02020603050405020304" pitchFamily="18" charset="0"/>
              <a:buChar char="•"/>
            </a:pPr>
            <a:r>
              <a:rPr lang="en-US" sz="2000" dirty="0">
                <a:latin typeface="Times New Roman" panose="02020603050405020304" pitchFamily="18" charset="0"/>
                <a:ea typeface="Times New Roman" panose="02020603050405020304" pitchFamily="18" charset="0"/>
              </a:rPr>
              <a:t>PHP - A server side scripting language.</a:t>
            </a:r>
          </a:p>
          <a:p>
            <a:pPr marL="342900" lvl="0" indent="-342900">
              <a:lnSpc>
                <a:spcPts val="1200"/>
              </a:lnSpc>
              <a:spcAft>
                <a:spcPts val="0"/>
              </a:spcAft>
              <a:buFont typeface="Times New Roman" panose="02020603050405020304" pitchFamily="18" charset="0"/>
              <a:buChar char="•"/>
            </a:pPr>
            <a:endParaRPr lang="en-IN" sz="2000" dirty="0">
              <a:latin typeface="Times New Roman" panose="02020603050405020304" pitchFamily="18" charset="0"/>
              <a:ea typeface="Times New Roman" panose="02020603050405020304" pitchFamily="18" charset="0"/>
            </a:endParaRPr>
          </a:p>
          <a:p>
            <a:pPr marL="342900" lvl="0" indent="-342900">
              <a:lnSpc>
                <a:spcPts val="1200"/>
              </a:lnSpc>
              <a:spcAft>
                <a:spcPts val="0"/>
              </a:spcAft>
              <a:buFont typeface="Times New Roman" panose="02020603050405020304" pitchFamily="18" charset="0"/>
              <a:buChar char="•"/>
            </a:pPr>
            <a:r>
              <a:rPr lang="en-US" sz="2000" dirty="0">
                <a:latin typeface="Times New Roman" panose="02020603050405020304" pitchFamily="18" charset="0"/>
                <a:ea typeface="Times New Roman" panose="02020603050405020304" pitchFamily="18" charset="0"/>
              </a:rPr>
              <a:t>MySQL - The database that will be used for this project.</a:t>
            </a:r>
          </a:p>
          <a:p>
            <a:pPr marL="342900" lvl="0" indent="-342900">
              <a:lnSpc>
                <a:spcPts val="1200"/>
              </a:lnSpc>
              <a:spcAft>
                <a:spcPts val="0"/>
              </a:spcAft>
              <a:buFont typeface="Times New Roman" panose="02020603050405020304" pitchFamily="18" charset="0"/>
              <a:buChar char="•"/>
            </a:pPr>
            <a:endParaRPr lang="en-IN" sz="2000" dirty="0">
              <a:latin typeface="Times New Roman" panose="02020603050405020304" pitchFamily="18" charset="0"/>
              <a:ea typeface="Times New Roman" panose="02020603050405020304" pitchFamily="18" charset="0"/>
            </a:endParaRPr>
          </a:p>
          <a:p>
            <a:pPr marL="342900" lvl="0" indent="-342900">
              <a:lnSpc>
                <a:spcPts val="1200"/>
              </a:lnSpc>
              <a:spcAft>
                <a:spcPts val="0"/>
              </a:spcAft>
              <a:buFont typeface="Times New Roman" panose="02020603050405020304" pitchFamily="18" charset="0"/>
              <a:buChar char="•"/>
            </a:pPr>
            <a:r>
              <a:rPr lang="en-US" sz="2000" dirty="0">
                <a:latin typeface="Times New Roman" panose="02020603050405020304" pitchFamily="18" charset="0"/>
                <a:ea typeface="Times New Roman" panose="02020603050405020304" pitchFamily="18" charset="0"/>
              </a:rPr>
              <a:t>http – Hypertext transfer protocol</a:t>
            </a:r>
          </a:p>
          <a:p>
            <a:pPr marL="342900" lvl="0" indent="-342900">
              <a:lnSpc>
                <a:spcPts val="1200"/>
              </a:lnSpc>
              <a:spcAft>
                <a:spcPts val="0"/>
              </a:spcAft>
              <a:buFont typeface="Times New Roman" panose="02020603050405020304" pitchFamily="18" charset="0"/>
              <a:buChar char="•"/>
            </a:pPr>
            <a:endParaRPr lang="en-IN" sz="2000" dirty="0">
              <a:latin typeface="Times New Roman" panose="02020603050405020304" pitchFamily="18" charset="0"/>
              <a:ea typeface="Times New Roman" panose="02020603050405020304" pitchFamily="18" charset="0"/>
            </a:endParaRPr>
          </a:p>
          <a:p>
            <a:pPr marL="342900" lvl="0" indent="-342900">
              <a:lnSpc>
                <a:spcPts val="1200"/>
              </a:lnSpc>
              <a:spcAft>
                <a:spcPts val="0"/>
              </a:spcAft>
              <a:buFont typeface="Times New Roman" panose="02020603050405020304" pitchFamily="18" charset="0"/>
              <a:buChar char="•"/>
            </a:pPr>
            <a:r>
              <a:rPr lang="en-US" sz="2000" dirty="0">
                <a:latin typeface="Times New Roman" panose="02020603050405020304" pitchFamily="18" charset="0"/>
                <a:ea typeface="Times New Roman" panose="02020603050405020304" pitchFamily="18" charset="0"/>
              </a:rPr>
              <a:t>www – World wide web</a:t>
            </a:r>
            <a:endParaRPr lang="en-IN" sz="2000" dirty="0">
              <a:latin typeface="Times New Roman" panose="02020603050405020304" pitchFamily="18" charset="0"/>
              <a:ea typeface="Times New Roman" panose="02020603050405020304" pitchFamily="18" charset="0"/>
            </a:endParaRPr>
          </a:p>
          <a:p>
            <a:pPr marL="171450" indent="-171450">
              <a:buSzPct val="125000"/>
              <a:buFont typeface="Arial" panose="020B0604020202020204" pitchFamily="34" charset="0"/>
              <a:buChar char="•"/>
            </a:pPr>
            <a:r>
              <a:rPr lang="en-IN" dirty="0">
                <a:latin typeface="Calibri" panose="020F0502020204030204" pitchFamily="34" charset="0"/>
                <a:ea typeface="Calibri" panose="020F0502020204030204" pitchFamily="34" charset="0"/>
                <a:cs typeface="Times New Roman" panose="02020603050405020304" pitchFamily="18" charset="0"/>
              </a:rPr>
              <a:t>    RTO - Regional Transport Office</a:t>
            </a:r>
            <a:endParaRPr lang="en-IN" sz="3200" dirty="0"/>
          </a:p>
        </p:txBody>
      </p:sp>
      <p:sp>
        <p:nvSpPr>
          <p:cNvPr id="3" name="Rectangle 2">
            <a:extLst>
              <a:ext uri="{FF2B5EF4-FFF2-40B4-BE49-F238E27FC236}">
                <a16:creationId xmlns:a16="http://schemas.microsoft.com/office/drawing/2014/main" id="{E506552C-FC7F-4917-9B4B-5EF40BCC3973}"/>
              </a:ext>
            </a:extLst>
          </p:cNvPr>
          <p:cNvSpPr/>
          <p:nvPr/>
        </p:nvSpPr>
        <p:spPr>
          <a:xfrm>
            <a:off x="357807" y="3087756"/>
            <a:ext cx="9024732" cy="2494081"/>
          </a:xfrm>
          <a:prstGeom prst="rect">
            <a:avLst/>
          </a:prstGeom>
        </p:spPr>
        <p:txBody>
          <a:bodyPr wrap="square">
            <a:spAutoFit/>
          </a:bodyPr>
          <a:lstStyle/>
          <a:p>
            <a:pPr marL="457200" lvl="0" indent="-457200">
              <a:spcBef>
                <a:spcPts val="1200"/>
              </a:spcBef>
              <a:spcAft>
                <a:spcPts val="800"/>
              </a:spcAft>
              <a:buFont typeface="Wingdings" panose="05000000000000000000" pitchFamily="2" charset="2"/>
              <a:buChar char="v"/>
            </a:pPr>
            <a:r>
              <a:rPr lang="en-US" sz="2800" b="1" kern="1400" dirty="0">
                <a:latin typeface="Times New Roman" panose="02020603050405020304" pitchFamily="18" charset="0"/>
                <a:ea typeface="Times New Roman" panose="02020603050405020304" pitchFamily="18" charset="0"/>
              </a:rPr>
              <a:t>1.15 </a:t>
            </a:r>
            <a:r>
              <a:rPr lang="en-US" sz="2800" b="1" u="sng" kern="1400" dirty="0">
                <a:latin typeface="Times New Roman" panose="02020603050405020304" pitchFamily="18" charset="0"/>
                <a:ea typeface="Times New Roman" panose="02020603050405020304" pitchFamily="18" charset="0"/>
              </a:rPr>
              <a:t>Overall Description</a:t>
            </a:r>
            <a:endParaRPr lang="en-IN" sz="2800" b="1" u="sng" kern="1400" dirty="0">
              <a:latin typeface="Times New Roman" panose="02020603050405020304" pitchFamily="18" charset="0"/>
              <a:ea typeface="Times New Roman" panose="02020603050405020304" pitchFamily="18" charset="0"/>
            </a:endParaRPr>
          </a:p>
          <a:p>
            <a:pPr marL="571500" indent="-342900" algn="just">
              <a:lnSpc>
                <a:spcPts val="1200"/>
              </a:lnSpc>
              <a:spcBef>
                <a:spcPts val="1200"/>
              </a:spcBef>
              <a:spcAft>
                <a:spcPts val="0"/>
              </a:spcAft>
              <a:buFont typeface="Wingdings" panose="05000000000000000000" pitchFamily="2" charset="2"/>
              <a:buChar char="q"/>
            </a:pPr>
            <a:r>
              <a:rPr lang="en-US" sz="2000" dirty="0">
                <a:latin typeface="Times New Roman" panose="02020603050405020304" pitchFamily="18" charset="0"/>
                <a:ea typeface="Times New Roman" panose="02020603050405020304" pitchFamily="18" charset="0"/>
              </a:rPr>
              <a:t>The following subsections provide complete overview of the Documentation</a:t>
            </a:r>
          </a:p>
          <a:p>
            <a:pPr marL="228600" indent="228600" algn="just">
              <a:lnSpc>
                <a:spcPts val="1200"/>
              </a:lnSpc>
              <a:spcAft>
                <a:spcPts val="0"/>
              </a:spcAft>
            </a:pPr>
            <a:endParaRPr lang="en-US" sz="2000" dirty="0">
              <a:latin typeface="Times New Roman" panose="02020603050405020304" pitchFamily="18" charset="0"/>
              <a:ea typeface="Times New Roman" panose="02020603050405020304" pitchFamily="18" charset="0"/>
            </a:endParaRPr>
          </a:p>
          <a:p>
            <a:pPr marL="228600" indent="228600" algn="just">
              <a:lnSpc>
                <a:spcPts val="1200"/>
              </a:lnSpc>
              <a:spcAft>
                <a:spcPts val="0"/>
              </a:spcAft>
            </a:pPr>
            <a:r>
              <a:rPr lang="en-US" sz="2000" dirty="0">
                <a:latin typeface="Times New Roman" panose="02020603050405020304" pitchFamily="18" charset="0"/>
                <a:ea typeface="Times New Roman" panose="02020603050405020304" pitchFamily="18" charset="0"/>
              </a:rPr>
              <a:t> for the product “RTO Management system”. For the rest of the document, </a:t>
            </a:r>
          </a:p>
          <a:p>
            <a:pPr marL="228600" indent="228600" algn="just">
              <a:lnSpc>
                <a:spcPts val="1200"/>
              </a:lnSpc>
              <a:spcAft>
                <a:spcPts val="0"/>
              </a:spcAft>
            </a:pPr>
            <a:endParaRPr lang="en-US" sz="2000" dirty="0">
              <a:latin typeface="Times New Roman" panose="02020603050405020304" pitchFamily="18" charset="0"/>
              <a:ea typeface="Times New Roman" panose="02020603050405020304" pitchFamily="18" charset="0"/>
            </a:endParaRPr>
          </a:p>
          <a:p>
            <a:pPr marL="228600" indent="228600" algn="just">
              <a:lnSpc>
                <a:spcPts val="1200"/>
              </a:lnSpc>
              <a:spcAft>
                <a:spcPts val="0"/>
              </a:spcAft>
            </a:pPr>
            <a:r>
              <a:rPr lang="en-US" sz="2000" dirty="0">
                <a:latin typeface="Times New Roman" panose="02020603050405020304" pitchFamily="18" charset="0"/>
                <a:ea typeface="Times New Roman" panose="02020603050405020304" pitchFamily="18" charset="0"/>
              </a:rPr>
              <a:t>we first define the overall product. Then, we give the external interface </a:t>
            </a:r>
          </a:p>
          <a:p>
            <a:pPr marL="228600" indent="228600" algn="just">
              <a:lnSpc>
                <a:spcPts val="1200"/>
              </a:lnSpc>
              <a:spcAft>
                <a:spcPts val="0"/>
              </a:spcAft>
            </a:pPr>
            <a:endParaRPr lang="en-US" sz="2000" dirty="0">
              <a:latin typeface="Times New Roman" panose="02020603050405020304" pitchFamily="18" charset="0"/>
              <a:ea typeface="Times New Roman" panose="02020603050405020304" pitchFamily="18" charset="0"/>
            </a:endParaRPr>
          </a:p>
          <a:p>
            <a:pPr marL="228600" indent="228600" algn="just">
              <a:lnSpc>
                <a:spcPts val="1200"/>
              </a:lnSpc>
              <a:spcAft>
                <a:spcPts val="0"/>
              </a:spcAft>
            </a:pPr>
            <a:r>
              <a:rPr lang="en-US" sz="2000" dirty="0">
                <a:latin typeface="Times New Roman" panose="02020603050405020304" pitchFamily="18" charset="0"/>
                <a:ea typeface="Times New Roman" panose="02020603050405020304" pitchFamily="18" charset="0"/>
              </a:rPr>
              <a:t>requirements, followed by a brief description of the product components and </a:t>
            </a:r>
          </a:p>
          <a:p>
            <a:pPr marL="228600" indent="228600" algn="just">
              <a:lnSpc>
                <a:spcPts val="1200"/>
              </a:lnSpc>
              <a:spcAft>
                <a:spcPts val="0"/>
              </a:spcAft>
            </a:pPr>
            <a:endParaRPr lang="en-US" sz="2000" dirty="0">
              <a:latin typeface="Times New Roman" panose="02020603050405020304" pitchFamily="18" charset="0"/>
              <a:ea typeface="Times New Roman" panose="02020603050405020304" pitchFamily="18" charset="0"/>
            </a:endParaRPr>
          </a:p>
          <a:p>
            <a:pPr marL="228600" indent="228600" algn="just">
              <a:lnSpc>
                <a:spcPts val="1200"/>
              </a:lnSpc>
              <a:spcAft>
                <a:spcPts val="0"/>
              </a:spcAft>
            </a:pPr>
            <a:r>
              <a:rPr lang="en-US" sz="2000" dirty="0">
                <a:latin typeface="Times New Roman" panose="02020603050405020304" pitchFamily="18" charset="0"/>
                <a:ea typeface="Times New Roman" panose="02020603050405020304" pitchFamily="18" charset="0"/>
              </a:rPr>
              <a:t>features. In the last section, we have provided the non-functional requirements of </a:t>
            </a:r>
          </a:p>
          <a:p>
            <a:pPr marL="228600" indent="228600" algn="just">
              <a:lnSpc>
                <a:spcPts val="1200"/>
              </a:lnSpc>
              <a:spcAft>
                <a:spcPts val="0"/>
              </a:spcAft>
            </a:pPr>
            <a:endParaRPr lang="en-US" sz="2000" dirty="0">
              <a:latin typeface="Times New Roman" panose="02020603050405020304" pitchFamily="18" charset="0"/>
              <a:ea typeface="Times New Roman" panose="02020603050405020304" pitchFamily="18" charset="0"/>
            </a:endParaRPr>
          </a:p>
          <a:p>
            <a:pPr marL="228600" indent="228600" algn="just">
              <a:lnSpc>
                <a:spcPts val="1200"/>
              </a:lnSpc>
              <a:spcAft>
                <a:spcPts val="0"/>
              </a:spcAft>
            </a:pPr>
            <a:r>
              <a:rPr lang="en-US" sz="2000" dirty="0">
                <a:latin typeface="Times New Roman" panose="02020603050405020304" pitchFamily="18" charset="0"/>
                <a:ea typeface="Times New Roman" panose="02020603050405020304" pitchFamily="18" charset="0"/>
              </a:rPr>
              <a:t>the product. This Time we are presenting the Product.</a:t>
            </a:r>
            <a:endParaRPr lang="en-IN" sz="2000" dirty="0">
              <a:latin typeface="Times New Roman" panose="02020603050405020304" pitchFamily="18" charset="0"/>
              <a:ea typeface="Times New Roman" panose="02020603050405020304" pitchFamily="18" charset="0"/>
            </a:endParaRPr>
          </a:p>
        </p:txBody>
      </p:sp>
      <p:pic>
        <p:nvPicPr>
          <p:cNvPr id="4" name="Picture 3">
            <a:extLst>
              <a:ext uri="{FF2B5EF4-FFF2-40B4-BE49-F238E27FC236}">
                <a16:creationId xmlns:a16="http://schemas.microsoft.com/office/drawing/2014/main" id="{45E37C29-F06E-4D87-B5DB-B25E5A27D054}"/>
              </a:ext>
            </a:extLst>
          </p:cNvPr>
          <p:cNvPicPr/>
          <p:nvPr/>
        </p:nvPicPr>
        <p:blipFill>
          <a:blip r:embed="rId2"/>
          <a:stretch>
            <a:fillRect/>
          </a:stretch>
        </p:blipFill>
        <p:spPr>
          <a:xfrm>
            <a:off x="8036614" y="818322"/>
            <a:ext cx="895350" cy="12192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5" name="Slide Number Placeholder 4">
            <a:extLst>
              <a:ext uri="{FF2B5EF4-FFF2-40B4-BE49-F238E27FC236}">
                <a16:creationId xmlns:a16="http://schemas.microsoft.com/office/drawing/2014/main" id="{333C3CB4-3FB5-42BE-BA5C-EF6DDC77AE3F}"/>
              </a:ext>
            </a:extLst>
          </p:cNvPr>
          <p:cNvSpPr>
            <a:spLocks noGrp="1"/>
          </p:cNvSpPr>
          <p:nvPr>
            <p:ph type="sldNum" sz="quarter" idx="12"/>
          </p:nvPr>
        </p:nvSpPr>
        <p:spPr>
          <a:xfrm>
            <a:off x="11177516" y="6300669"/>
            <a:ext cx="826039" cy="365125"/>
          </a:xfrm>
        </p:spPr>
        <p:txBody>
          <a:bodyPr/>
          <a:lstStyle/>
          <a:p>
            <a:r>
              <a:rPr lang="en-IN" sz="1050" b="1" dirty="0">
                <a:solidFill>
                  <a:schemeClr val="tx1">
                    <a:lumMod val="95000"/>
                    <a:lumOff val="5000"/>
                  </a:schemeClr>
                </a:solidFill>
                <a:latin typeface="Times New Roman" panose="02020603050405020304" pitchFamily="18" charset="0"/>
                <a:cs typeface="Times New Roman" panose="02020603050405020304" pitchFamily="18" charset="0"/>
              </a:rPr>
              <a:t>PG NO:</a:t>
            </a:r>
            <a:fld id="{B54A08B0-5A9A-4946-919B-A6856108856E}" type="slidenum">
              <a:rPr lang="en-IN" sz="1050" b="1" smtClean="0">
                <a:solidFill>
                  <a:schemeClr val="tx1">
                    <a:lumMod val="95000"/>
                    <a:lumOff val="5000"/>
                  </a:schemeClr>
                </a:solidFill>
                <a:latin typeface="Times New Roman" panose="02020603050405020304" pitchFamily="18" charset="0"/>
                <a:cs typeface="Times New Roman" panose="02020603050405020304" pitchFamily="18" charset="0"/>
              </a:rPr>
              <a:t>13</a:t>
            </a:fld>
            <a:endParaRPr lang="en-IN" sz="105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453754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9F30BC1-0539-47A4-8199-D97093779B79}"/>
              </a:ext>
            </a:extLst>
          </p:cNvPr>
          <p:cNvSpPr/>
          <p:nvPr/>
        </p:nvSpPr>
        <p:spPr>
          <a:xfrm>
            <a:off x="-940903" y="169831"/>
            <a:ext cx="5936974" cy="584775"/>
          </a:xfrm>
          <a:prstGeom prst="rect">
            <a:avLst/>
          </a:prstGeom>
        </p:spPr>
        <p:txBody>
          <a:bodyPr wrap="square">
            <a:spAutoFit/>
          </a:bodyPr>
          <a:lstStyle/>
          <a:p>
            <a:pPr marL="457200" indent="-457200" algn="ctr">
              <a:spcBef>
                <a:spcPts val="1200"/>
              </a:spcBef>
              <a:spcAft>
                <a:spcPts val="600"/>
              </a:spcAft>
              <a:buFont typeface="Wingdings" panose="05000000000000000000" pitchFamily="2" charset="2"/>
              <a:buChar char="v"/>
            </a:pPr>
            <a:r>
              <a:rPr lang="en-US" sz="3200" b="1" kern="1400" dirty="0">
                <a:latin typeface="Times New Roman" panose="02020603050405020304" pitchFamily="18" charset="0"/>
                <a:ea typeface="Times New Roman" panose="02020603050405020304" pitchFamily="18" charset="0"/>
                <a:cs typeface="Times New Roman" panose="02020603050405020304" pitchFamily="18" charset="0"/>
              </a:rPr>
              <a:t>2.0 </a:t>
            </a:r>
            <a:r>
              <a:rPr lang="en-IN" sz="2800" b="1" u="sng" dirty="0"/>
              <a:t>SYSTEM DESIGN </a:t>
            </a:r>
            <a:endParaRPr lang="en-IN" dirty="0"/>
          </a:p>
        </p:txBody>
      </p:sp>
      <p:sp>
        <p:nvSpPr>
          <p:cNvPr id="3" name="Rectangle 2">
            <a:extLst>
              <a:ext uri="{FF2B5EF4-FFF2-40B4-BE49-F238E27FC236}">
                <a16:creationId xmlns:a16="http://schemas.microsoft.com/office/drawing/2014/main" id="{65B9FF99-E7AD-41C0-815F-2CF571E72DD3}"/>
              </a:ext>
            </a:extLst>
          </p:cNvPr>
          <p:cNvSpPr/>
          <p:nvPr/>
        </p:nvSpPr>
        <p:spPr>
          <a:xfrm>
            <a:off x="530086" y="834887"/>
            <a:ext cx="8574157" cy="707886"/>
          </a:xfrm>
          <a:prstGeom prst="rect">
            <a:avLst/>
          </a:prstGeom>
        </p:spPr>
        <p:txBody>
          <a:bodyPr wrap="square">
            <a:spAutoFit/>
          </a:bodyPr>
          <a:lstStyle/>
          <a:p>
            <a:pPr>
              <a:buSzPct val="136000"/>
            </a:pPr>
            <a:r>
              <a:rPr lang="en-IN" sz="2000" dirty="0">
                <a:latin typeface="Times New Roman" panose="02020603050405020304" pitchFamily="18" charset="0"/>
                <a:ea typeface="Calibri" panose="020F0502020204030204" pitchFamily="34" charset="0"/>
              </a:rPr>
              <a:t>System design is a primary phase of the software development. System design aims to identify the modules that should be in the system. </a:t>
            </a:r>
            <a:endParaRPr lang="en-IN" sz="2000" dirty="0"/>
          </a:p>
        </p:txBody>
      </p:sp>
      <p:sp>
        <p:nvSpPr>
          <p:cNvPr id="4" name="Rectangle 3">
            <a:extLst>
              <a:ext uri="{FF2B5EF4-FFF2-40B4-BE49-F238E27FC236}">
                <a16:creationId xmlns:a16="http://schemas.microsoft.com/office/drawing/2014/main" id="{66338168-5E10-45D4-B178-6AC39ADADE41}"/>
              </a:ext>
            </a:extLst>
          </p:cNvPr>
          <p:cNvSpPr/>
          <p:nvPr/>
        </p:nvSpPr>
        <p:spPr>
          <a:xfrm>
            <a:off x="530086" y="1602649"/>
            <a:ext cx="9250017" cy="3989618"/>
          </a:xfrm>
          <a:prstGeom prst="rect">
            <a:avLst/>
          </a:prstGeom>
        </p:spPr>
        <p:txBody>
          <a:bodyPr wrap="square">
            <a:spAutoFit/>
          </a:bodyPr>
          <a:lstStyle/>
          <a:p>
            <a:pPr algn="just">
              <a:lnSpc>
                <a:spcPct val="115000"/>
              </a:lnSpc>
              <a:spcAft>
                <a:spcPts val="1000"/>
              </a:spcAft>
              <a:tabLst>
                <a:tab pos="1890395" algn="l"/>
              </a:tabLst>
            </a:pPr>
            <a:r>
              <a:rPr lang="en-IN" dirty="0">
                <a:latin typeface="Times New Roman" panose="02020603050405020304" pitchFamily="18" charset="0"/>
                <a:ea typeface="Calibri" panose="020F0502020204030204" pitchFamily="34" charset="0"/>
                <a:cs typeface="Times New Roman" panose="02020603050405020304" pitchFamily="18" charset="0"/>
              </a:rPr>
              <a:t>This document is the design report for an online Regional Transport Office management System (RTOSYS). This is mainly about ‘how to do’ and will help provide an insight to the whole system design and implementation of the online Regional Transport Office system. </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marL="6350">
              <a:lnSpc>
                <a:spcPct val="107000"/>
              </a:lnSpc>
              <a:spcAft>
                <a:spcPts val="800"/>
              </a:spcAft>
            </a:pPr>
            <a:r>
              <a:rPr lang="en-IN" dirty="0">
                <a:latin typeface="Times New Roman" panose="02020603050405020304" pitchFamily="18" charset="0"/>
                <a:ea typeface="Calibri" panose="020F0502020204030204" pitchFamily="34" charset="0"/>
                <a:cs typeface="Times New Roman" panose="02020603050405020304" pitchFamily="18" charset="0"/>
              </a:rPr>
              <a:t>This software has the following three main components:   </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fontAlgn="base">
              <a:lnSpc>
                <a:spcPct val="101000"/>
              </a:lnSpc>
              <a:spcAft>
                <a:spcPts val="775"/>
              </a:spcAft>
              <a:buClr>
                <a:srgbClr val="000000"/>
              </a:buClr>
              <a:buSzPts val="1200"/>
              <a:buFont typeface="Arial" panose="020B0604020202020204" pitchFamily="34" charset="0"/>
              <a:buChar char="•"/>
            </a:pPr>
            <a:r>
              <a:rPr lang="en-IN" dirty="0">
                <a:uFill>
                  <a:solidFill>
                    <a:srgbClr val="000000"/>
                  </a:solidFill>
                </a:uFill>
                <a:latin typeface="Times New Roman" panose="02020603050405020304" pitchFamily="18" charset="0"/>
                <a:ea typeface="Arial" panose="020B0604020202020204" pitchFamily="34" charset="0"/>
                <a:cs typeface="Arial" panose="020B0604020202020204" pitchFamily="34" charset="0"/>
              </a:rPr>
              <a:t>Implementation of different type of users- Administrator, Users, RTO staff. </a:t>
            </a:r>
            <a:endParaRPr lang="en-IN" sz="1600" dirty="0">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pPr marL="342900" lvl="0" indent="-342900" fontAlgn="base">
              <a:lnSpc>
                <a:spcPct val="101000"/>
              </a:lnSpc>
              <a:spcAft>
                <a:spcPts val="775"/>
              </a:spcAft>
              <a:buClr>
                <a:srgbClr val="000000"/>
              </a:buClr>
              <a:buSzPts val="1200"/>
              <a:buFont typeface="Arial" panose="020B0604020202020204" pitchFamily="34" charset="0"/>
              <a:buChar char="•"/>
            </a:pPr>
            <a:r>
              <a:rPr lang="en-IN" dirty="0">
                <a:uFill>
                  <a:solidFill>
                    <a:srgbClr val="000000"/>
                  </a:solidFill>
                </a:uFill>
                <a:latin typeface="Times New Roman" panose="02020603050405020304" pitchFamily="18" charset="0"/>
                <a:ea typeface="Arial" panose="020B0604020202020204" pitchFamily="34" charset="0"/>
                <a:cs typeface="Arial" panose="020B0604020202020204" pitchFamily="34" charset="0"/>
              </a:rPr>
              <a:t>Management of vehicle information along with the violations of the vehicle.  </a:t>
            </a:r>
            <a:endParaRPr lang="en-IN" sz="1600" dirty="0">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pPr marL="342900" lvl="0" indent="-342900" fontAlgn="base">
              <a:lnSpc>
                <a:spcPct val="145000"/>
              </a:lnSpc>
              <a:spcAft>
                <a:spcPts val="720"/>
              </a:spcAft>
              <a:buClr>
                <a:srgbClr val="000000"/>
              </a:buClr>
              <a:buSzPts val="1200"/>
              <a:buFont typeface="Arial" panose="020B0604020202020204" pitchFamily="34" charset="0"/>
              <a:buChar char="•"/>
            </a:pPr>
            <a:r>
              <a:rPr lang="en-IN" dirty="0">
                <a:uFill>
                  <a:solidFill>
                    <a:srgbClr val="000000"/>
                  </a:solidFill>
                </a:uFill>
                <a:latin typeface="Times New Roman" panose="02020603050405020304" pitchFamily="18" charset="0"/>
                <a:ea typeface="Arial" panose="020B0604020202020204" pitchFamily="34" charset="0"/>
                <a:cs typeface="Arial" panose="020B0604020202020204" pitchFamily="34" charset="0"/>
              </a:rPr>
              <a:t>Implement complaint option for users. The user can lodge a complaint on a particular accident or traffic violations. </a:t>
            </a:r>
            <a:endParaRPr lang="en-IN" sz="1600" dirty="0">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pPr marL="342900" lvl="0" indent="-342900" fontAlgn="base">
              <a:lnSpc>
                <a:spcPct val="145000"/>
              </a:lnSpc>
              <a:spcAft>
                <a:spcPts val="720"/>
              </a:spcAft>
              <a:buClr>
                <a:srgbClr val="000000"/>
              </a:buClr>
              <a:buSzPts val="1200"/>
              <a:buFont typeface="Arial" panose="020B0604020202020204" pitchFamily="34" charset="0"/>
              <a:buChar char="•"/>
            </a:pPr>
            <a:r>
              <a:rPr lang="en-IN" dirty="0">
                <a:uFill>
                  <a:solidFill>
                    <a:srgbClr val="000000"/>
                  </a:solidFill>
                </a:uFill>
                <a:latin typeface="Times New Roman" panose="02020603050405020304" pitchFamily="18" charset="0"/>
                <a:ea typeface="Arial" panose="020B0604020202020204" pitchFamily="34" charset="0"/>
                <a:cs typeface="Arial" panose="020B0604020202020204" pitchFamily="34" charset="0"/>
              </a:rPr>
              <a:t>With the help of this website the registered user can use the services provided which include application for learner license, registration of vehicles, fee payment. </a:t>
            </a:r>
            <a:endParaRPr lang="en-IN" sz="1600" u="none" strike="noStrike" dirty="0">
              <a:effectLst/>
              <a:uFill>
                <a:solidFill>
                  <a:srgbClr val="000000"/>
                </a:solidFill>
              </a:uFill>
              <a:latin typeface="Arial" panose="020B0604020202020204" pitchFamily="34" charset="0"/>
              <a:ea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DFDC7487-A622-4E11-A297-609585D9E793}"/>
              </a:ext>
            </a:extLst>
          </p:cNvPr>
          <p:cNvPicPr/>
          <p:nvPr/>
        </p:nvPicPr>
        <p:blipFill>
          <a:blip r:embed="rId2"/>
          <a:stretch>
            <a:fillRect/>
          </a:stretch>
        </p:blipFill>
        <p:spPr>
          <a:xfrm>
            <a:off x="7706760" y="5375413"/>
            <a:ext cx="1019175" cy="12954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6" name="Slide Number Placeholder 5">
            <a:extLst>
              <a:ext uri="{FF2B5EF4-FFF2-40B4-BE49-F238E27FC236}">
                <a16:creationId xmlns:a16="http://schemas.microsoft.com/office/drawing/2014/main" id="{E96BBB9A-3522-4B06-BB69-09C8E5AA1724}"/>
              </a:ext>
            </a:extLst>
          </p:cNvPr>
          <p:cNvSpPr>
            <a:spLocks noGrp="1"/>
          </p:cNvSpPr>
          <p:nvPr>
            <p:ph type="sldNum" sz="quarter" idx="12"/>
          </p:nvPr>
        </p:nvSpPr>
        <p:spPr>
          <a:xfrm>
            <a:off x="11232108" y="6337434"/>
            <a:ext cx="826038" cy="365125"/>
          </a:xfrm>
        </p:spPr>
        <p:txBody>
          <a:bodyPr/>
          <a:lstStyle/>
          <a:p>
            <a:r>
              <a:rPr lang="en-IN" sz="1050" b="1" dirty="0">
                <a:solidFill>
                  <a:schemeClr val="tx1">
                    <a:lumMod val="95000"/>
                    <a:lumOff val="5000"/>
                  </a:schemeClr>
                </a:solidFill>
                <a:latin typeface="Times New Roman" panose="02020603050405020304" pitchFamily="18" charset="0"/>
                <a:cs typeface="Times New Roman" panose="02020603050405020304" pitchFamily="18" charset="0"/>
              </a:rPr>
              <a:t>PG NO:</a:t>
            </a:r>
            <a:fld id="{B54A08B0-5A9A-4946-919B-A6856108856E}" type="slidenum">
              <a:rPr lang="en-IN" sz="1050" b="1" smtClean="0">
                <a:solidFill>
                  <a:schemeClr val="tx1">
                    <a:lumMod val="95000"/>
                    <a:lumOff val="5000"/>
                  </a:schemeClr>
                </a:solidFill>
                <a:latin typeface="Times New Roman" panose="02020603050405020304" pitchFamily="18" charset="0"/>
                <a:cs typeface="Times New Roman" panose="02020603050405020304" pitchFamily="18" charset="0"/>
              </a:rPr>
              <a:t>14</a:t>
            </a:fld>
            <a:endParaRPr lang="en-IN" sz="105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0903795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B9FD0409-381F-4FE9-AE7C-4E377A698523}"/>
              </a:ext>
            </a:extLst>
          </p:cNvPr>
          <p:cNvSpPr>
            <a:spLocks noChangeArrowheads="1"/>
          </p:cNvSpPr>
          <p:nvPr/>
        </p:nvSpPr>
        <p:spPr bwMode="auto">
          <a:xfrm>
            <a:off x="0" y="-62080"/>
            <a:ext cx="10810242" cy="216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Pct val="175000"/>
              <a:buFont typeface="Wingdings" panose="05000000000000000000" pitchFamily="2" charset="2"/>
              <a:buChar char="v"/>
              <a:tabLst/>
            </a:pPr>
            <a:r>
              <a:rPr kumimoji="0" lang="en-US" altLang="en-US" sz="14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sz="28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2.0.1 </a:t>
            </a:r>
            <a:r>
              <a:rPr kumimoji="0" lang="en-US" altLang="en-US" sz="2800" b="1" i="0" u="sng"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Context Flow Diagram (CFD) </a:t>
            </a:r>
            <a:endParaRPr kumimoji="0" lang="en-US" altLang="en-US" sz="2400" b="1" i="0" u="sng"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 context Flow diagram (CFD) in software engineering and systems engineering is a diagram that defines the boundary between the systems, or part of a system, and its environment, showing the entities that interact with it. This diagram is a high-level view of a system. It is similar to a block diagram</a:t>
            </a:r>
            <a:r>
              <a:rPr kumimoji="0" lang="en-US" altLang="en-US" sz="12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025" name="Picture 12">
            <a:extLst>
              <a:ext uri="{FF2B5EF4-FFF2-40B4-BE49-F238E27FC236}">
                <a16:creationId xmlns:a16="http://schemas.microsoft.com/office/drawing/2014/main" id="{DB76EA0A-6327-4087-A952-70CE4CF0AD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3771" y="1855303"/>
            <a:ext cx="8877551" cy="478403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B06B1931-1028-4F2E-9A00-1E534B578830}"/>
              </a:ext>
            </a:extLst>
          </p:cNvPr>
          <p:cNvSpPr>
            <a:spLocks noChangeArrowheads="1"/>
          </p:cNvSpPr>
          <p:nvPr/>
        </p:nvSpPr>
        <p:spPr bwMode="auto">
          <a:xfrm>
            <a:off x="703772" y="5523257"/>
            <a:ext cx="10106470" cy="4297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pic>
        <p:nvPicPr>
          <p:cNvPr id="5" name="Picture 4">
            <a:extLst>
              <a:ext uri="{FF2B5EF4-FFF2-40B4-BE49-F238E27FC236}">
                <a16:creationId xmlns:a16="http://schemas.microsoft.com/office/drawing/2014/main" id="{5FE18F29-C741-4343-B870-65477554E7C0}"/>
              </a:ext>
            </a:extLst>
          </p:cNvPr>
          <p:cNvPicPr/>
          <p:nvPr/>
        </p:nvPicPr>
        <p:blipFill>
          <a:blip r:embed="rId3"/>
          <a:stretch>
            <a:fillRect/>
          </a:stretch>
        </p:blipFill>
        <p:spPr>
          <a:xfrm>
            <a:off x="10810242" y="1684664"/>
            <a:ext cx="1009650" cy="116205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Slide Number Placeholder 3">
            <a:extLst>
              <a:ext uri="{FF2B5EF4-FFF2-40B4-BE49-F238E27FC236}">
                <a16:creationId xmlns:a16="http://schemas.microsoft.com/office/drawing/2014/main" id="{8A743FC9-A244-41D8-8230-2ECD17DE4CB7}"/>
              </a:ext>
            </a:extLst>
          </p:cNvPr>
          <p:cNvSpPr>
            <a:spLocks noGrp="1"/>
          </p:cNvSpPr>
          <p:nvPr>
            <p:ph type="sldNum" sz="quarter" idx="12"/>
          </p:nvPr>
        </p:nvSpPr>
        <p:spPr>
          <a:xfrm>
            <a:off x="10988757" y="6274213"/>
            <a:ext cx="1009649" cy="365125"/>
          </a:xfrm>
        </p:spPr>
        <p:txBody>
          <a:bodyPr/>
          <a:lstStyle/>
          <a:p>
            <a:r>
              <a:rPr lang="en-IN" sz="1050" b="1" dirty="0">
                <a:solidFill>
                  <a:schemeClr val="tx1">
                    <a:lumMod val="95000"/>
                    <a:lumOff val="5000"/>
                  </a:schemeClr>
                </a:solidFill>
                <a:latin typeface="Times New Roman" panose="02020603050405020304" pitchFamily="18" charset="0"/>
                <a:cs typeface="Times New Roman" panose="02020603050405020304" pitchFamily="18" charset="0"/>
              </a:rPr>
              <a:t>PG NO:</a:t>
            </a:r>
            <a:fld id="{B54A08B0-5A9A-4946-919B-A6856108856E}" type="slidenum">
              <a:rPr lang="en-IN" sz="1050" b="1" smtClean="0">
                <a:solidFill>
                  <a:schemeClr val="tx1">
                    <a:lumMod val="95000"/>
                    <a:lumOff val="5000"/>
                  </a:schemeClr>
                </a:solidFill>
                <a:latin typeface="Times New Roman" panose="02020603050405020304" pitchFamily="18" charset="0"/>
                <a:cs typeface="Times New Roman" panose="02020603050405020304" pitchFamily="18" charset="0"/>
              </a:rPr>
              <a:t>15</a:t>
            </a:fld>
            <a:endParaRPr lang="en-IN" sz="105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13777787"/>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0809ED-A768-414B-81BC-84C19E7EA854}"/>
              </a:ext>
            </a:extLst>
          </p:cNvPr>
          <p:cNvSpPr/>
          <p:nvPr/>
        </p:nvSpPr>
        <p:spPr>
          <a:xfrm>
            <a:off x="119270" y="119270"/>
            <a:ext cx="9024730" cy="4359848"/>
          </a:xfrm>
          <a:prstGeom prst="rect">
            <a:avLst/>
          </a:prstGeom>
        </p:spPr>
        <p:txBody>
          <a:bodyPr wrap="square">
            <a:spAutoFit/>
          </a:bodyPr>
          <a:lstStyle/>
          <a:p>
            <a:pPr>
              <a:lnSpc>
                <a:spcPct val="101000"/>
              </a:lnSpc>
              <a:spcAft>
                <a:spcPts val="810"/>
              </a:spcAft>
            </a:pPr>
            <a:r>
              <a:rPr lang="en-IN" sz="2400" b="1" dirty="0">
                <a:latin typeface="Times New Roman" panose="02020603050405020304" pitchFamily="18" charset="0"/>
                <a:ea typeface="Calibri" panose="020F0502020204030204" pitchFamily="34" charset="0"/>
                <a:cs typeface="Times New Roman" panose="02020603050405020304" pitchFamily="18" charset="0"/>
              </a:rPr>
              <a:t>2.</a:t>
            </a:r>
            <a:r>
              <a:rPr lang="en-IN" sz="2400" b="1" u="sng" dirty="0">
                <a:latin typeface="Times New Roman" panose="02020603050405020304" pitchFamily="18" charset="0"/>
                <a:ea typeface="Calibri" panose="020F0502020204030204" pitchFamily="34" charset="0"/>
                <a:cs typeface="Times New Roman" panose="02020603050405020304" pitchFamily="18" charset="0"/>
              </a:rPr>
              <a:t> Data Flow Diagram </a:t>
            </a:r>
            <a:endParaRPr lang="en-IN" sz="1600" dirty="0">
              <a:latin typeface="Times New Roman" panose="02020603050405020304" pitchFamily="18" charset="0"/>
              <a:ea typeface="Calibri" panose="020F0502020204030204" pitchFamily="34" charset="0"/>
              <a:cs typeface="Times New Roman" panose="02020603050405020304" pitchFamily="18" charset="0"/>
            </a:endParaRPr>
          </a:p>
          <a:p>
            <a:pPr marR="375920" indent="457200">
              <a:lnSpc>
                <a:spcPct val="145000"/>
              </a:lnSpc>
              <a:spcAft>
                <a:spcPts val="1655"/>
              </a:spcAft>
            </a:pPr>
            <a:r>
              <a:rPr lang="en-IN" dirty="0">
                <a:latin typeface="Times New Roman" panose="02020603050405020304" pitchFamily="18" charset="0"/>
                <a:ea typeface="Calibri" panose="020F0502020204030204" pitchFamily="34" charset="0"/>
                <a:cs typeface="Times New Roman" panose="02020603050405020304" pitchFamily="18" charset="0"/>
              </a:rPr>
              <a:t>A Data flow diagram is a graphical representation of the data flow of a particular information system. A data flow diagram can also be used for the visualization for the data processing. It is common practice for the designer to draw a context level DFD. It shows the interactive between the system and the outside entities. The context level DFD, is then exploded to show more detailed of the system being modelled </a:t>
            </a:r>
            <a:endParaRPr lang="en-IN" sz="1400" dirty="0">
              <a:latin typeface="Calibri" panose="020F0502020204030204" pitchFamily="34" charset="0"/>
              <a:ea typeface="Calibri" panose="020F0502020204030204" pitchFamily="34" charset="0"/>
              <a:cs typeface="Times New Roman" panose="02020603050405020304" pitchFamily="18" charset="0"/>
            </a:endParaRPr>
          </a:p>
          <a:p>
            <a:pPr marR="375285" indent="457200">
              <a:lnSpc>
                <a:spcPct val="145000"/>
              </a:lnSpc>
              <a:spcAft>
                <a:spcPts val="1660"/>
              </a:spcAft>
            </a:pPr>
            <a:r>
              <a:rPr lang="en-IN" dirty="0">
                <a:latin typeface="Times New Roman" panose="02020603050405020304" pitchFamily="18" charset="0"/>
                <a:ea typeface="Calibri" panose="020F0502020204030204" pitchFamily="34" charset="0"/>
                <a:cs typeface="Times New Roman" panose="02020603050405020304" pitchFamily="18" charset="0"/>
              </a:rPr>
              <a:t>A DFD represents flow of data of a system. Data flow diagrams are commonly used during problem analysis. It views as a function that performs the input into the desired output. DFD shows movement of data through the different transformations or processes in the system.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73F7CFCE-0F1E-4888-97A6-3720A2FB95C7}"/>
              </a:ext>
            </a:extLst>
          </p:cNvPr>
          <p:cNvPicPr/>
          <p:nvPr/>
        </p:nvPicPr>
        <p:blipFill>
          <a:blip r:embed="rId2"/>
          <a:stretch>
            <a:fillRect/>
          </a:stretch>
        </p:blipFill>
        <p:spPr>
          <a:xfrm>
            <a:off x="5488035" y="4479118"/>
            <a:ext cx="942975" cy="126682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Slide Number Placeholder 3">
            <a:extLst>
              <a:ext uri="{FF2B5EF4-FFF2-40B4-BE49-F238E27FC236}">
                <a16:creationId xmlns:a16="http://schemas.microsoft.com/office/drawing/2014/main" id="{21EA9C19-20A9-4ED4-B805-DB6311D73A18}"/>
              </a:ext>
            </a:extLst>
          </p:cNvPr>
          <p:cNvSpPr>
            <a:spLocks noGrp="1"/>
          </p:cNvSpPr>
          <p:nvPr>
            <p:ph type="sldNum" sz="quarter" idx="12"/>
          </p:nvPr>
        </p:nvSpPr>
        <p:spPr>
          <a:xfrm>
            <a:off x="11163870" y="6341613"/>
            <a:ext cx="812390" cy="365125"/>
          </a:xfrm>
        </p:spPr>
        <p:txBody>
          <a:bodyPr/>
          <a:lstStyle/>
          <a:p>
            <a:r>
              <a:rPr lang="en-IN" sz="1050" b="1" dirty="0">
                <a:solidFill>
                  <a:schemeClr val="tx1">
                    <a:lumMod val="95000"/>
                    <a:lumOff val="5000"/>
                  </a:schemeClr>
                </a:solidFill>
                <a:latin typeface="Times New Roman" panose="02020603050405020304" pitchFamily="18" charset="0"/>
                <a:cs typeface="Times New Roman" panose="02020603050405020304" pitchFamily="18" charset="0"/>
              </a:rPr>
              <a:t>PG NO:</a:t>
            </a:r>
            <a:fld id="{B54A08B0-5A9A-4946-919B-A6856108856E}" type="slidenum">
              <a:rPr lang="en-IN" sz="1050" b="1" smtClean="0">
                <a:solidFill>
                  <a:schemeClr val="tx1">
                    <a:lumMod val="95000"/>
                    <a:lumOff val="5000"/>
                  </a:schemeClr>
                </a:solidFill>
                <a:latin typeface="Times New Roman" panose="02020603050405020304" pitchFamily="18" charset="0"/>
                <a:cs typeface="Times New Roman" panose="02020603050405020304" pitchFamily="18" charset="0"/>
              </a:rPr>
              <a:t>16</a:t>
            </a:fld>
            <a:endParaRPr lang="en-IN" sz="105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9272897"/>
      </p:ext>
    </p:extLst>
  </p:cSld>
  <p:clrMapOvr>
    <a:masterClrMapping/>
  </p:clrMapOvr>
  <p:transition spd="slow">
    <p:comb/>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F4BDC93-797D-42C1-9C6D-64F253963C76}"/>
              </a:ext>
            </a:extLst>
          </p:cNvPr>
          <p:cNvSpPr/>
          <p:nvPr/>
        </p:nvSpPr>
        <p:spPr>
          <a:xfrm>
            <a:off x="207430" y="130362"/>
            <a:ext cx="2754134" cy="530594"/>
          </a:xfrm>
          <a:prstGeom prst="rect">
            <a:avLst/>
          </a:prstGeom>
        </p:spPr>
        <p:txBody>
          <a:bodyPr wrap="square">
            <a:spAutoFit/>
          </a:bodyPr>
          <a:lstStyle/>
          <a:p>
            <a:pPr marL="342900" indent="-342900">
              <a:lnSpc>
                <a:spcPct val="107000"/>
              </a:lnSpc>
              <a:spcAft>
                <a:spcPts val="1805"/>
              </a:spcAft>
              <a:buFont typeface="Wingdings" panose="05000000000000000000" pitchFamily="2" charset="2"/>
              <a:buChar char="v"/>
            </a:pPr>
            <a:r>
              <a:rPr lang="en-IN" sz="2400" b="1" u="sng" dirty="0">
                <a:latin typeface="Times New Roman" panose="02020603050405020304" pitchFamily="18" charset="0"/>
                <a:ea typeface="Calibri" panose="020F0502020204030204" pitchFamily="34" charset="0"/>
                <a:cs typeface="Times New Roman" panose="02020603050405020304" pitchFamily="18" charset="0"/>
              </a:rPr>
              <a:t>Top-level </a:t>
            </a:r>
            <a:r>
              <a:rPr lang="en-IN" sz="2800" b="1" u="sng" dirty="0">
                <a:latin typeface="Times New Roman" panose="02020603050405020304" pitchFamily="18" charset="0"/>
                <a:ea typeface="Calibri" panose="020F0502020204030204" pitchFamily="34" charset="0"/>
                <a:cs typeface="Times New Roman" panose="02020603050405020304" pitchFamily="18" charset="0"/>
              </a:rPr>
              <a:t>DFD</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A12045F3-2807-4131-92FF-0B7010F5FB2D}"/>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530483" y="598439"/>
            <a:ext cx="8444920" cy="6129199"/>
          </a:xfrm>
          <a:prstGeom prst="rect">
            <a:avLst/>
          </a:prstGeom>
          <a:noFill/>
          <a:ln>
            <a:noFill/>
          </a:ln>
        </p:spPr>
      </p:pic>
      <p:sp>
        <p:nvSpPr>
          <p:cNvPr id="4" name="Slide Number Placeholder 3">
            <a:extLst>
              <a:ext uri="{FF2B5EF4-FFF2-40B4-BE49-F238E27FC236}">
                <a16:creationId xmlns:a16="http://schemas.microsoft.com/office/drawing/2014/main" id="{67AB87D2-8312-40EB-AE3B-6B845F5F553A}"/>
              </a:ext>
            </a:extLst>
          </p:cNvPr>
          <p:cNvSpPr>
            <a:spLocks noGrp="1"/>
          </p:cNvSpPr>
          <p:nvPr>
            <p:ph type="sldNum" sz="quarter" idx="12"/>
          </p:nvPr>
        </p:nvSpPr>
        <p:spPr>
          <a:xfrm>
            <a:off x="11027391" y="6362513"/>
            <a:ext cx="975795" cy="365125"/>
          </a:xfrm>
        </p:spPr>
        <p:txBody>
          <a:bodyPr/>
          <a:lstStyle/>
          <a:p>
            <a:r>
              <a:rPr lang="en-IN" sz="1050" b="1" dirty="0">
                <a:solidFill>
                  <a:schemeClr val="tx1">
                    <a:lumMod val="95000"/>
                    <a:lumOff val="5000"/>
                  </a:schemeClr>
                </a:solidFill>
                <a:latin typeface="Times New Roman" panose="02020603050405020304" pitchFamily="18" charset="0"/>
                <a:cs typeface="Times New Roman" panose="02020603050405020304" pitchFamily="18" charset="0"/>
              </a:rPr>
              <a:t>PG NO:</a:t>
            </a:r>
            <a:fld id="{B54A08B0-5A9A-4946-919B-A6856108856E}" type="slidenum">
              <a:rPr lang="en-IN" sz="1050" b="1" smtClean="0">
                <a:solidFill>
                  <a:schemeClr val="tx1">
                    <a:lumMod val="95000"/>
                    <a:lumOff val="5000"/>
                  </a:schemeClr>
                </a:solidFill>
                <a:latin typeface="Times New Roman" panose="02020603050405020304" pitchFamily="18" charset="0"/>
                <a:cs typeface="Times New Roman" panose="02020603050405020304" pitchFamily="18" charset="0"/>
              </a:rPr>
              <a:t>17</a:t>
            </a:fld>
            <a:endParaRPr lang="en-IN" sz="105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50479172"/>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DC94E8C-6E1B-4303-B066-A3B8B728DAAD}"/>
              </a:ext>
            </a:extLst>
          </p:cNvPr>
          <p:cNvSpPr/>
          <p:nvPr/>
        </p:nvSpPr>
        <p:spPr>
          <a:xfrm>
            <a:off x="327354" y="212159"/>
            <a:ext cx="2483372" cy="522259"/>
          </a:xfrm>
          <a:prstGeom prst="rect">
            <a:avLst/>
          </a:prstGeom>
        </p:spPr>
        <p:txBody>
          <a:bodyPr wrap="none">
            <a:spAutoFit/>
          </a:bodyPr>
          <a:lstStyle/>
          <a:p>
            <a:pPr marL="342900" indent="-342900">
              <a:lnSpc>
                <a:spcPct val="107000"/>
              </a:lnSpc>
              <a:spcAft>
                <a:spcPts val="800"/>
              </a:spcAft>
              <a:buFont typeface="Wingdings" panose="05000000000000000000" pitchFamily="2" charset="2"/>
              <a:buChar char="v"/>
            </a:pPr>
            <a:r>
              <a:rPr lang="en-IN" sz="2800" b="1" dirty="0">
                <a:latin typeface="Times New Roman" panose="02020603050405020304" pitchFamily="18" charset="0"/>
                <a:ea typeface="Calibri" panose="020F0502020204030204" pitchFamily="34" charset="0"/>
                <a:cs typeface="Times New Roman" panose="02020603050405020304" pitchFamily="18" charset="0"/>
              </a:rPr>
              <a:t>2.1</a:t>
            </a:r>
            <a:r>
              <a:rPr lang="en-IN" sz="2400" b="1" dirty="0">
                <a:latin typeface="Times New Roman" panose="02020603050405020304" pitchFamily="18" charset="0"/>
                <a:ea typeface="Calibri" panose="020F0502020204030204" pitchFamily="34" charset="0"/>
                <a:cs typeface="Times New Roman" panose="02020603050405020304" pitchFamily="18" charset="0"/>
              </a:rPr>
              <a:t> </a:t>
            </a:r>
            <a:r>
              <a:rPr lang="en-IN" sz="2400" b="1" u="sng" dirty="0">
                <a:latin typeface="Times New Roman" panose="02020603050405020304" pitchFamily="18" charset="0"/>
                <a:ea typeface="Calibri" panose="020F0502020204030204" pitchFamily="34" charset="0"/>
                <a:cs typeface="Times New Roman" panose="02020603050405020304" pitchFamily="18" charset="0"/>
              </a:rPr>
              <a:t>DFD Level</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72F425F2-1C1A-421F-A83F-774BF4C53C73}"/>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627798" y="1937982"/>
            <a:ext cx="7868560" cy="4817660"/>
          </a:xfrm>
          <a:prstGeom prst="rect">
            <a:avLst/>
          </a:prstGeom>
          <a:noFill/>
          <a:ln>
            <a:noFill/>
          </a:ln>
        </p:spPr>
      </p:pic>
      <p:sp>
        <p:nvSpPr>
          <p:cNvPr id="4" name="Rectangle 3">
            <a:extLst>
              <a:ext uri="{FF2B5EF4-FFF2-40B4-BE49-F238E27FC236}">
                <a16:creationId xmlns:a16="http://schemas.microsoft.com/office/drawing/2014/main" id="{FB32C1D9-11AE-4F21-8048-9EECE3FACB10}"/>
              </a:ext>
            </a:extLst>
          </p:cNvPr>
          <p:cNvSpPr/>
          <p:nvPr/>
        </p:nvSpPr>
        <p:spPr>
          <a:xfrm>
            <a:off x="122829" y="773618"/>
            <a:ext cx="10031106" cy="923330"/>
          </a:xfrm>
          <a:prstGeom prst="rect">
            <a:avLst/>
          </a:prstGeom>
        </p:spPr>
        <p:txBody>
          <a:bodyPr wrap="square">
            <a:spAutoFit/>
          </a:bodyPr>
          <a:lstStyle/>
          <a:p>
            <a:r>
              <a:rPr lang="en-IN" dirty="0">
                <a:latin typeface="Times New Roman" panose="02020603050405020304" pitchFamily="18" charset="0"/>
                <a:ea typeface="Calibri" panose="020F0502020204030204" pitchFamily="34" charset="0"/>
              </a:rPr>
              <a:t>        This level used to add RTO official record. First the admin needs to add all state records which stores in state table. Then admin needs to add city table which stores in city table. To add branch record admin needs to select state and city record. After adding branch record branch detail stores in branch table. </a:t>
            </a:r>
            <a:endParaRPr lang="en-IN" dirty="0"/>
          </a:p>
        </p:txBody>
      </p:sp>
      <p:sp>
        <p:nvSpPr>
          <p:cNvPr id="5" name="Slide Number Placeholder 4">
            <a:extLst>
              <a:ext uri="{FF2B5EF4-FFF2-40B4-BE49-F238E27FC236}">
                <a16:creationId xmlns:a16="http://schemas.microsoft.com/office/drawing/2014/main" id="{18F016F0-F299-4DBD-AD89-8033A39DA0A9}"/>
              </a:ext>
            </a:extLst>
          </p:cNvPr>
          <p:cNvSpPr>
            <a:spLocks noGrp="1"/>
          </p:cNvSpPr>
          <p:nvPr>
            <p:ph type="sldNum" sz="quarter" idx="12"/>
          </p:nvPr>
        </p:nvSpPr>
        <p:spPr>
          <a:xfrm>
            <a:off x="11286700" y="6390517"/>
            <a:ext cx="785094" cy="365125"/>
          </a:xfrm>
        </p:spPr>
        <p:txBody>
          <a:bodyPr/>
          <a:lstStyle/>
          <a:p>
            <a:r>
              <a:rPr lang="en-IN" sz="1050" b="1" dirty="0">
                <a:solidFill>
                  <a:schemeClr val="tx1">
                    <a:lumMod val="95000"/>
                    <a:lumOff val="5000"/>
                  </a:schemeClr>
                </a:solidFill>
                <a:latin typeface="Times New Roman" panose="02020603050405020304" pitchFamily="18" charset="0"/>
                <a:cs typeface="Times New Roman" panose="02020603050405020304" pitchFamily="18" charset="0"/>
              </a:rPr>
              <a:t>PG NO:</a:t>
            </a:r>
            <a:fld id="{B54A08B0-5A9A-4946-919B-A6856108856E}" type="slidenum">
              <a:rPr lang="en-IN" sz="1050" b="1" smtClean="0">
                <a:solidFill>
                  <a:schemeClr val="tx1">
                    <a:lumMod val="95000"/>
                    <a:lumOff val="5000"/>
                  </a:schemeClr>
                </a:solidFill>
                <a:latin typeface="Times New Roman" panose="02020603050405020304" pitchFamily="18" charset="0"/>
                <a:cs typeface="Times New Roman" panose="02020603050405020304" pitchFamily="18" charset="0"/>
              </a:rPr>
              <a:t>18</a:t>
            </a:fld>
            <a:endParaRPr lang="en-IN" sz="105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2670388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2C3C9EF-BA8C-466C-AE2A-C8E39985E10E}"/>
              </a:ext>
            </a:extLst>
          </p:cNvPr>
          <p:cNvSpPr/>
          <p:nvPr/>
        </p:nvSpPr>
        <p:spPr>
          <a:xfrm>
            <a:off x="259307" y="150125"/>
            <a:ext cx="10222174" cy="1858009"/>
          </a:xfrm>
          <a:prstGeom prst="rect">
            <a:avLst/>
          </a:prstGeom>
        </p:spPr>
        <p:txBody>
          <a:bodyPr wrap="square">
            <a:spAutoFit/>
          </a:bodyPr>
          <a:lstStyle/>
          <a:p>
            <a:pPr marL="342900" indent="-342900">
              <a:lnSpc>
                <a:spcPct val="107000"/>
              </a:lnSpc>
              <a:spcAft>
                <a:spcPts val="800"/>
              </a:spcAft>
              <a:buFont typeface="Wingdings" panose="05000000000000000000" pitchFamily="2" charset="2"/>
              <a:buChar char="v"/>
            </a:pPr>
            <a:r>
              <a:rPr lang="en-IN" sz="2800" b="1" dirty="0">
                <a:latin typeface="Times New Roman" panose="02020603050405020304" pitchFamily="18" charset="0"/>
                <a:ea typeface="Calibri" panose="020F0502020204030204" pitchFamily="34" charset="0"/>
                <a:cs typeface="Times New Roman" panose="02020603050405020304" pitchFamily="18" charset="0"/>
              </a:rPr>
              <a:t>2.2</a:t>
            </a:r>
            <a:r>
              <a:rPr lang="en-IN" sz="2400" b="1" dirty="0">
                <a:latin typeface="Times New Roman" panose="02020603050405020304" pitchFamily="18" charset="0"/>
                <a:ea typeface="Calibri" panose="020F0502020204030204" pitchFamily="34" charset="0"/>
                <a:cs typeface="Times New Roman" panose="02020603050405020304" pitchFamily="18" charset="0"/>
              </a:rPr>
              <a:t> </a:t>
            </a:r>
            <a:r>
              <a:rPr lang="en-IN" sz="2400" b="1" u="sng" dirty="0">
                <a:latin typeface="Times New Roman" panose="02020603050405020304" pitchFamily="18" charset="0"/>
                <a:ea typeface="Calibri" panose="020F0502020204030204" pitchFamily="34" charset="0"/>
                <a:cs typeface="Times New Roman" panose="02020603050405020304" pitchFamily="18" charset="0"/>
              </a:rPr>
              <a:t>DFD Level</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800"/>
              </a:spcAft>
            </a:pPr>
            <a:r>
              <a:rPr lang="en-IN" dirty="0">
                <a:latin typeface="Times New Roman" panose="02020603050405020304" pitchFamily="18" charset="0"/>
                <a:ea typeface="Calibri" panose="020F0502020204030204" pitchFamily="34" charset="0"/>
                <a:cs typeface="Times New Roman" panose="02020603050405020304" pitchFamily="18" charset="0"/>
              </a:rPr>
              <a:t>This process explains how the vehicle type detail and vehicle registration detail stores in the database. Admin needs to add vehicle type and those detail stores in </a:t>
            </a:r>
            <a:r>
              <a:rPr lang="en-IN" dirty="0" err="1">
                <a:latin typeface="Times New Roman" panose="02020603050405020304" pitchFamily="18" charset="0"/>
                <a:ea typeface="Calibri" panose="020F0502020204030204" pitchFamily="34" charset="0"/>
                <a:cs typeface="Times New Roman" panose="02020603050405020304" pitchFamily="18" charset="0"/>
              </a:rPr>
              <a:t>vehicletype</a:t>
            </a:r>
            <a:r>
              <a:rPr lang="en-IN" dirty="0">
                <a:latin typeface="Times New Roman" panose="02020603050405020304" pitchFamily="18" charset="0"/>
                <a:ea typeface="Calibri" panose="020F0502020204030204" pitchFamily="34" charset="0"/>
                <a:cs typeface="Times New Roman" panose="02020603050405020304" pitchFamily="18" charset="0"/>
              </a:rPr>
              <a:t> table. From the customer end customer will apply for new vehicle registration. Entered vehicle detail stores in </a:t>
            </a:r>
            <a:r>
              <a:rPr lang="en-IN" dirty="0" err="1">
                <a:latin typeface="Times New Roman" panose="02020603050405020304" pitchFamily="18" charset="0"/>
                <a:ea typeface="Calibri" panose="020F0502020204030204" pitchFamily="34" charset="0"/>
                <a:cs typeface="Times New Roman" panose="02020603050405020304" pitchFamily="18" charset="0"/>
              </a:rPr>
              <a:t>vehicleregistration</a:t>
            </a:r>
            <a:r>
              <a:rPr lang="en-IN" dirty="0">
                <a:latin typeface="Times New Roman" panose="02020603050405020304" pitchFamily="18" charset="0"/>
                <a:ea typeface="Calibri" panose="020F0502020204030204" pitchFamily="34" charset="0"/>
                <a:cs typeface="Times New Roman" panose="02020603050405020304" pitchFamily="18" charset="0"/>
              </a:rPr>
              <a:t> table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FAD7411C-2C47-479B-B7C1-16D6640B426D}"/>
              </a:ext>
            </a:extLst>
          </p:cNvPr>
          <p:cNvPicPr/>
          <p:nvPr/>
        </p:nvPicPr>
        <p:blipFill>
          <a:blip r:embed="rId2"/>
          <a:stretch>
            <a:fillRect/>
          </a:stretch>
        </p:blipFill>
        <p:spPr>
          <a:xfrm>
            <a:off x="259308" y="1942283"/>
            <a:ext cx="8748214" cy="4765592"/>
          </a:xfrm>
          <a:prstGeom prst="rect">
            <a:avLst/>
          </a:prstGeom>
        </p:spPr>
      </p:pic>
      <p:sp>
        <p:nvSpPr>
          <p:cNvPr id="4" name="Slide Number Placeholder 3">
            <a:extLst>
              <a:ext uri="{FF2B5EF4-FFF2-40B4-BE49-F238E27FC236}">
                <a16:creationId xmlns:a16="http://schemas.microsoft.com/office/drawing/2014/main" id="{AAB17A56-831E-41C0-B262-BBF0A1DE166D}"/>
              </a:ext>
            </a:extLst>
          </p:cNvPr>
          <p:cNvSpPr>
            <a:spLocks noGrp="1"/>
          </p:cNvSpPr>
          <p:nvPr>
            <p:ph type="sldNum" sz="quarter" idx="12"/>
          </p:nvPr>
        </p:nvSpPr>
        <p:spPr>
          <a:xfrm>
            <a:off x="11245755" y="6342750"/>
            <a:ext cx="785095" cy="365125"/>
          </a:xfrm>
        </p:spPr>
        <p:txBody>
          <a:bodyPr/>
          <a:lstStyle/>
          <a:p>
            <a:r>
              <a:rPr lang="en-IN" sz="1050" b="1" dirty="0">
                <a:solidFill>
                  <a:schemeClr val="tx1">
                    <a:lumMod val="95000"/>
                    <a:lumOff val="5000"/>
                  </a:schemeClr>
                </a:solidFill>
                <a:latin typeface="Times New Roman" panose="02020603050405020304" pitchFamily="18" charset="0"/>
                <a:cs typeface="Times New Roman" panose="02020603050405020304" pitchFamily="18" charset="0"/>
              </a:rPr>
              <a:t>PG NO:</a:t>
            </a:r>
            <a:fld id="{B54A08B0-5A9A-4946-919B-A6856108856E}" type="slidenum">
              <a:rPr lang="en-IN" sz="1050" b="1" smtClean="0">
                <a:solidFill>
                  <a:schemeClr val="tx1">
                    <a:lumMod val="95000"/>
                    <a:lumOff val="5000"/>
                  </a:schemeClr>
                </a:solidFill>
                <a:latin typeface="Times New Roman" panose="02020603050405020304" pitchFamily="18" charset="0"/>
                <a:cs typeface="Times New Roman" panose="02020603050405020304" pitchFamily="18" charset="0"/>
              </a:rPr>
              <a:t>19</a:t>
            </a:fld>
            <a:endParaRPr lang="en-IN" sz="105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997205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1B268BF-D0A6-4679-9B19-FA8CA6A2316F}"/>
              </a:ext>
            </a:extLst>
          </p:cNvPr>
          <p:cNvSpPr/>
          <p:nvPr/>
        </p:nvSpPr>
        <p:spPr>
          <a:xfrm>
            <a:off x="191069" y="163773"/>
            <a:ext cx="10276764" cy="1763944"/>
          </a:xfrm>
          <a:prstGeom prst="rect">
            <a:avLst/>
          </a:prstGeom>
        </p:spPr>
        <p:txBody>
          <a:bodyPr wrap="square">
            <a:spAutoFit/>
          </a:bodyPr>
          <a:lstStyle/>
          <a:p>
            <a:pPr marL="342900" indent="-342900">
              <a:lnSpc>
                <a:spcPct val="107000"/>
              </a:lnSpc>
              <a:spcAft>
                <a:spcPts val="800"/>
              </a:spcAft>
              <a:buFont typeface="Wingdings" panose="05000000000000000000" pitchFamily="2" charset="2"/>
              <a:buChar char="v"/>
            </a:pPr>
            <a:r>
              <a:rPr lang="en-IN" sz="2800" b="1" dirty="0">
                <a:latin typeface="Times New Roman" panose="02020603050405020304" pitchFamily="18" charset="0"/>
                <a:ea typeface="Calibri" panose="020F0502020204030204" pitchFamily="34" charset="0"/>
                <a:cs typeface="Times New Roman" panose="02020603050405020304" pitchFamily="18" charset="0"/>
              </a:rPr>
              <a:t>2.3</a:t>
            </a:r>
            <a:r>
              <a:rPr lang="en-IN" sz="2400" b="1" dirty="0">
                <a:latin typeface="Times New Roman" panose="02020603050405020304" pitchFamily="18" charset="0"/>
                <a:ea typeface="Calibri" panose="020F0502020204030204" pitchFamily="34" charset="0"/>
                <a:cs typeface="Times New Roman" panose="02020603050405020304" pitchFamily="18" charset="0"/>
              </a:rPr>
              <a:t> </a:t>
            </a:r>
            <a:r>
              <a:rPr lang="en-IN" sz="2400" b="1" u="sng" dirty="0">
                <a:latin typeface="Times New Roman" panose="02020603050405020304" pitchFamily="18" charset="0"/>
                <a:ea typeface="Calibri" panose="020F0502020204030204" pitchFamily="34" charset="0"/>
                <a:cs typeface="Times New Roman" panose="02020603050405020304" pitchFamily="18" charset="0"/>
              </a:rPr>
              <a:t>DFD Level</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r>
              <a:rPr lang="en-IN" dirty="0">
                <a:latin typeface="Times New Roman" panose="02020603050405020304" pitchFamily="18" charset="0"/>
                <a:ea typeface="Calibri" panose="020F0502020204030204" pitchFamily="34" charset="0"/>
              </a:rPr>
              <a:t>This module is registration module which helps to register to user through online. user needs to enter registration details by entering name, Email ID, password, </a:t>
            </a:r>
            <a:r>
              <a:rPr lang="en-IN" dirty="0" err="1">
                <a:latin typeface="Times New Roman" panose="02020603050405020304" pitchFamily="18" charset="0"/>
                <a:ea typeface="Calibri" panose="020F0502020204030204" pitchFamily="34" charset="0"/>
              </a:rPr>
              <a:t>contactno</a:t>
            </a:r>
            <a:r>
              <a:rPr lang="en-IN" dirty="0">
                <a:latin typeface="Times New Roman" panose="02020603050405020304" pitchFamily="18" charset="0"/>
                <a:ea typeface="Calibri" panose="020F0502020204030204" pitchFamily="34" charset="0"/>
              </a:rPr>
              <a:t>. Registration detail stores in user table. After the registration user can login to the website by entering </a:t>
            </a:r>
            <a:r>
              <a:rPr lang="en-IN" dirty="0" err="1">
                <a:latin typeface="Times New Roman" panose="02020603050405020304" pitchFamily="18" charset="0"/>
                <a:ea typeface="Calibri" panose="020F0502020204030204" pitchFamily="34" charset="0"/>
              </a:rPr>
              <a:t>emailid</a:t>
            </a:r>
            <a:r>
              <a:rPr lang="en-IN" dirty="0">
                <a:latin typeface="Times New Roman" panose="02020603050405020304" pitchFamily="18" charset="0"/>
                <a:ea typeface="Calibri" panose="020F0502020204030204" pitchFamily="34" charset="0"/>
              </a:rPr>
              <a:t> and password in the login process. The registration detail verifies from user table</a:t>
            </a:r>
            <a:endParaRPr lang="en-IN" dirty="0"/>
          </a:p>
        </p:txBody>
      </p:sp>
      <p:pic>
        <p:nvPicPr>
          <p:cNvPr id="3" name="Picture 2">
            <a:extLst>
              <a:ext uri="{FF2B5EF4-FFF2-40B4-BE49-F238E27FC236}">
                <a16:creationId xmlns:a16="http://schemas.microsoft.com/office/drawing/2014/main" id="{77AF363D-9FAE-452C-A58F-815441097FF7}"/>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91068" y="1861867"/>
            <a:ext cx="9280477" cy="4702706"/>
          </a:xfrm>
          <a:prstGeom prst="rect">
            <a:avLst/>
          </a:prstGeom>
          <a:noFill/>
          <a:ln>
            <a:noFill/>
          </a:ln>
        </p:spPr>
      </p:pic>
      <p:sp>
        <p:nvSpPr>
          <p:cNvPr id="4" name="Slide Number Placeholder 3">
            <a:extLst>
              <a:ext uri="{FF2B5EF4-FFF2-40B4-BE49-F238E27FC236}">
                <a16:creationId xmlns:a16="http://schemas.microsoft.com/office/drawing/2014/main" id="{5C02BC01-26E4-413A-A741-611CABF06A86}"/>
              </a:ext>
            </a:extLst>
          </p:cNvPr>
          <p:cNvSpPr>
            <a:spLocks noGrp="1"/>
          </p:cNvSpPr>
          <p:nvPr>
            <p:ph type="sldNum" sz="quarter" idx="12"/>
          </p:nvPr>
        </p:nvSpPr>
        <p:spPr>
          <a:xfrm>
            <a:off x="11191165" y="6382010"/>
            <a:ext cx="809768" cy="365125"/>
          </a:xfrm>
        </p:spPr>
        <p:txBody>
          <a:bodyPr/>
          <a:lstStyle/>
          <a:p>
            <a:r>
              <a:rPr lang="en-IN" sz="1050" b="1" dirty="0">
                <a:solidFill>
                  <a:schemeClr val="tx1">
                    <a:lumMod val="95000"/>
                    <a:lumOff val="5000"/>
                  </a:schemeClr>
                </a:solidFill>
                <a:latin typeface="Times New Roman" panose="02020603050405020304" pitchFamily="18" charset="0"/>
                <a:cs typeface="Times New Roman" panose="02020603050405020304" pitchFamily="18" charset="0"/>
              </a:rPr>
              <a:t>PG NO:</a:t>
            </a:r>
            <a:fld id="{B54A08B0-5A9A-4946-919B-A6856108856E}" type="slidenum">
              <a:rPr lang="en-IN" sz="1050" b="1" smtClean="0">
                <a:solidFill>
                  <a:schemeClr val="tx1">
                    <a:lumMod val="95000"/>
                    <a:lumOff val="5000"/>
                  </a:schemeClr>
                </a:solidFill>
                <a:latin typeface="Times New Roman" panose="02020603050405020304" pitchFamily="18" charset="0"/>
                <a:cs typeface="Times New Roman" panose="02020603050405020304" pitchFamily="18" charset="0"/>
              </a:rPr>
              <a:t>20</a:t>
            </a:fld>
            <a:endParaRPr lang="en-IN" sz="105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11908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CF2195C-3E68-47BD-8312-C968A8F70F15}"/>
              </a:ext>
            </a:extLst>
          </p:cNvPr>
          <p:cNvSpPr/>
          <p:nvPr/>
        </p:nvSpPr>
        <p:spPr>
          <a:xfrm>
            <a:off x="181970" y="283086"/>
            <a:ext cx="11036489" cy="1698094"/>
          </a:xfrm>
          <a:prstGeom prst="rect">
            <a:avLst/>
          </a:prstGeom>
        </p:spPr>
        <p:txBody>
          <a:bodyPr wrap="square">
            <a:spAutoFit/>
          </a:bodyPr>
          <a:lstStyle/>
          <a:p>
            <a:pPr marL="342900" indent="-342900">
              <a:lnSpc>
                <a:spcPct val="107000"/>
              </a:lnSpc>
              <a:spcAft>
                <a:spcPts val="800"/>
              </a:spcAft>
              <a:buFont typeface="Wingdings" panose="05000000000000000000" pitchFamily="2" charset="2"/>
              <a:buChar char="v"/>
            </a:pPr>
            <a:r>
              <a:rPr lang="en-IN" sz="2400" b="1" dirty="0">
                <a:latin typeface="Times New Roman" panose="02020603050405020304" pitchFamily="18" charset="0"/>
                <a:ea typeface="Calibri" panose="020F0502020204030204" pitchFamily="34" charset="0"/>
                <a:cs typeface="Times New Roman" panose="02020603050405020304" pitchFamily="18" charset="0"/>
              </a:rPr>
              <a:t>2.4 </a:t>
            </a:r>
            <a:r>
              <a:rPr lang="en-IN" sz="2400" b="1" u="sng" dirty="0">
                <a:latin typeface="Times New Roman" panose="02020603050405020304" pitchFamily="18" charset="0"/>
                <a:ea typeface="Calibri" panose="020F0502020204030204" pitchFamily="34" charset="0"/>
                <a:cs typeface="Times New Roman" panose="02020603050405020304" pitchFamily="18" charset="0"/>
              </a:rPr>
              <a:t>DFD Level</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r>
              <a:rPr lang="en-IN" dirty="0">
                <a:latin typeface="Times New Roman" panose="02020603050405020304" pitchFamily="18" charset="0"/>
                <a:ea typeface="Calibri" panose="020F0502020204030204" pitchFamily="34" charset="0"/>
              </a:rPr>
              <a:t>This process will explain how the Learning license application works in our project. First user needs to apply for learning license. After applying learning license those detail stores in </a:t>
            </a:r>
            <a:r>
              <a:rPr lang="en-IN" dirty="0" err="1">
                <a:latin typeface="Times New Roman" panose="02020603050405020304" pitchFamily="18" charset="0"/>
                <a:ea typeface="Calibri" panose="020F0502020204030204" pitchFamily="34" charset="0"/>
              </a:rPr>
              <a:t>llr</a:t>
            </a:r>
            <a:r>
              <a:rPr lang="en-IN" dirty="0">
                <a:latin typeface="Times New Roman" panose="02020603050405020304" pitchFamily="18" charset="0"/>
                <a:ea typeface="Calibri" panose="020F0502020204030204" pitchFamily="34" charset="0"/>
              </a:rPr>
              <a:t> table. After entering detail, the user needs to pay for learning license. From the employee end employee needs to take test to approve learning license. The test detail stores in test table. </a:t>
            </a:r>
            <a:endParaRPr lang="en-IN" dirty="0"/>
          </a:p>
        </p:txBody>
      </p:sp>
      <p:pic>
        <p:nvPicPr>
          <p:cNvPr id="3" name="Picture 2">
            <a:extLst>
              <a:ext uri="{FF2B5EF4-FFF2-40B4-BE49-F238E27FC236}">
                <a16:creationId xmlns:a16="http://schemas.microsoft.com/office/drawing/2014/main" id="{55825817-6A3C-4A76-94D3-75F4197BBCBE}"/>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68490" y="1981180"/>
            <a:ext cx="9225886" cy="4760814"/>
          </a:xfrm>
          <a:prstGeom prst="rect">
            <a:avLst/>
          </a:prstGeom>
          <a:noFill/>
          <a:ln>
            <a:noFill/>
          </a:ln>
        </p:spPr>
      </p:pic>
      <p:sp>
        <p:nvSpPr>
          <p:cNvPr id="4" name="Slide Number Placeholder 3">
            <a:extLst>
              <a:ext uri="{FF2B5EF4-FFF2-40B4-BE49-F238E27FC236}">
                <a16:creationId xmlns:a16="http://schemas.microsoft.com/office/drawing/2014/main" id="{4D95A608-F432-475D-A4B0-05D7090A1CE0}"/>
              </a:ext>
            </a:extLst>
          </p:cNvPr>
          <p:cNvSpPr>
            <a:spLocks noGrp="1"/>
          </p:cNvSpPr>
          <p:nvPr>
            <p:ph type="sldNum" sz="quarter" idx="12"/>
          </p:nvPr>
        </p:nvSpPr>
        <p:spPr>
          <a:xfrm>
            <a:off x="11122925" y="6392351"/>
            <a:ext cx="778873" cy="365125"/>
          </a:xfrm>
        </p:spPr>
        <p:txBody>
          <a:bodyPr/>
          <a:lstStyle/>
          <a:p>
            <a:r>
              <a:rPr lang="en-IN" sz="1050" b="1" dirty="0">
                <a:solidFill>
                  <a:schemeClr val="tx1">
                    <a:lumMod val="95000"/>
                    <a:lumOff val="5000"/>
                  </a:schemeClr>
                </a:solidFill>
                <a:latin typeface="Times New Roman" panose="02020603050405020304" pitchFamily="18" charset="0"/>
                <a:cs typeface="Times New Roman" panose="02020603050405020304" pitchFamily="18" charset="0"/>
              </a:rPr>
              <a:t>PG NO:</a:t>
            </a:r>
            <a:fld id="{B54A08B0-5A9A-4946-919B-A6856108856E}" type="slidenum">
              <a:rPr lang="en-IN" sz="1050" b="1" smtClean="0">
                <a:solidFill>
                  <a:schemeClr val="tx1">
                    <a:lumMod val="95000"/>
                    <a:lumOff val="5000"/>
                  </a:schemeClr>
                </a:solidFill>
                <a:latin typeface="Times New Roman" panose="02020603050405020304" pitchFamily="18" charset="0"/>
                <a:cs typeface="Times New Roman" panose="02020603050405020304" pitchFamily="18" charset="0"/>
              </a:rPr>
              <a:t>21</a:t>
            </a:fld>
            <a:endParaRPr lang="en-IN" sz="105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020997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26F2B5A-2176-4642-8213-AB076278E264}"/>
              </a:ext>
            </a:extLst>
          </p:cNvPr>
          <p:cNvSpPr/>
          <p:nvPr/>
        </p:nvSpPr>
        <p:spPr>
          <a:xfrm>
            <a:off x="109182" y="177421"/>
            <a:ext cx="10890914" cy="1755417"/>
          </a:xfrm>
          <a:prstGeom prst="rect">
            <a:avLst/>
          </a:prstGeom>
        </p:spPr>
        <p:txBody>
          <a:bodyPr wrap="square">
            <a:spAutoFit/>
          </a:bodyPr>
          <a:lstStyle/>
          <a:p>
            <a:pPr marL="342900" indent="-342900">
              <a:lnSpc>
                <a:spcPct val="107000"/>
              </a:lnSpc>
              <a:spcAft>
                <a:spcPts val="800"/>
              </a:spcAft>
              <a:buFont typeface="Wingdings" panose="05000000000000000000" pitchFamily="2" charset="2"/>
              <a:buChar char="v"/>
            </a:pPr>
            <a:r>
              <a:rPr lang="en-IN" sz="2400" b="1" dirty="0">
                <a:latin typeface="Times New Roman" panose="02020603050405020304" pitchFamily="18" charset="0"/>
                <a:ea typeface="Calibri" panose="020F0502020204030204" pitchFamily="34" charset="0"/>
                <a:cs typeface="Times New Roman" panose="02020603050405020304" pitchFamily="18" charset="0"/>
              </a:rPr>
              <a:t>2.5</a:t>
            </a:r>
            <a:r>
              <a:rPr lang="en-IN" sz="1600" dirty="0">
                <a:latin typeface="Calibri" panose="020F0502020204030204" pitchFamily="34" charset="0"/>
                <a:ea typeface="Calibri" panose="020F0502020204030204" pitchFamily="34" charset="0"/>
                <a:cs typeface="Times New Roman" panose="02020603050405020304" pitchFamily="18" charset="0"/>
              </a:rPr>
              <a:t>  </a:t>
            </a:r>
            <a:r>
              <a:rPr lang="en-IN" sz="2400" b="1" u="sng" dirty="0">
                <a:latin typeface="Times New Roman" panose="02020603050405020304" pitchFamily="18" charset="0"/>
                <a:ea typeface="Calibri" panose="020F0502020204030204" pitchFamily="34" charset="0"/>
                <a:cs typeface="Times New Roman" panose="02020603050405020304" pitchFamily="18" charset="0"/>
              </a:rPr>
              <a:t>DFD Level </a:t>
            </a:r>
          </a:p>
          <a:p>
            <a:pPr>
              <a:lnSpc>
                <a:spcPct val="107000"/>
              </a:lnSpc>
              <a:spcAft>
                <a:spcPts val="800"/>
              </a:spcAft>
            </a:pPr>
            <a:r>
              <a:rPr lang="en-IN" dirty="0">
                <a:latin typeface="Times New Roman" panose="02020603050405020304" pitchFamily="18" charset="0"/>
                <a:ea typeface="Calibri" panose="020F0502020204030204" pitchFamily="34" charset="0"/>
              </a:rPr>
              <a:t>             This process will explain how the Driving license feature works and how user can apply for driving license. First user needs to apply for Driving license and application detail stores in </a:t>
            </a:r>
            <a:r>
              <a:rPr lang="en-IN" dirty="0" err="1">
                <a:latin typeface="Times New Roman" panose="02020603050405020304" pitchFamily="18" charset="0"/>
                <a:ea typeface="Calibri" panose="020F0502020204030204" pitchFamily="34" charset="0"/>
              </a:rPr>
              <a:t>driving­_license</a:t>
            </a:r>
            <a:r>
              <a:rPr lang="en-IN" dirty="0">
                <a:latin typeface="Times New Roman" panose="02020603050405020304" pitchFamily="18" charset="0"/>
                <a:ea typeface="Calibri" panose="020F0502020204030204" pitchFamily="34" charset="0"/>
              </a:rPr>
              <a:t> table. After entering detail, the user needs to pay for Driving license and payment detail stores in payment table. From the employee end employee needs to take test for driving license. The test detail stores in test table. </a:t>
            </a:r>
            <a:endParaRPr lang="en-IN" dirty="0"/>
          </a:p>
        </p:txBody>
      </p:sp>
      <p:pic>
        <p:nvPicPr>
          <p:cNvPr id="3" name="Picture 2">
            <a:extLst>
              <a:ext uri="{FF2B5EF4-FFF2-40B4-BE49-F238E27FC236}">
                <a16:creationId xmlns:a16="http://schemas.microsoft.com/office/drawing/2014/main" id="{6E259FFF-70A3-445D-AD65-B454A15B3251}"/>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491318" y="2101755"/>
            <a:ext cx="8980227" cy="4578824"/>
          </a:xfrm>
          <a:prstGeom prst="rect">
            <a:avLst/>
          </a:prstGeom>
          <a:noFill/>
          <a:ln>
            <a:noFill/>
          </a:ln>
        </p:spPr>
      </p:pic>
      <p:sp>
        <p:nvSpPr>
          <p:cNvPr id="4" name="Slide Number Placeholder 3">
            <a:extLst>
              <a:ext uri="{FF2B5EF4-FFF2-40B4-BE49-F238E27FC236}">
                <a16:creationId xmlns:a16="http://schemas.microsoft.com/office/drawing/2014/main" id="{1D03D664-DAFD-4310-8928-04BC4EA514DF}"/>
              </a:ext>
            </a:extLst>
          </p:cNvPr>
          <p:cNvSpPr>
            <a:spLocks noGrp="1"/>
          </p:cNvSpPr>
          <p:nvPr>
            <p:ph type="sldNum" sz="quarter" idx="12"/>
          </p:nvPr>
        </p:nvSpPr>
        <p:spPr>
          <a:xfrm>
            <a:off x="11000096" y="6315454"/>
            <a:ext cx="1042255" cy="365125"/>
          </a:xfrm>
        </p:spPr>
        <p:txBody>
          <a:bodyPr/>
          <a:lstStyle/>
          <a:p>
            <a:r>
              <a:rPr lang="en-IN" sz="1050" b="1" dirty="0">
                <a:solidFill>
                  <a:schemeClr val="tx1">
                    <a:lumMod val="95000"/>
                    <a:lumOff val="5000"/>
                  </a:schemeClr>
                </a:solidFill>
                <a:latin typeface="Times New Roman" panose="02020603050405020304" pitchFamily="18" charset="0"/>
                <a:cs typeface="Times New Roman" panose="02020603050405020304" pitchFamily="18" charset="0"/>
              </a:rPr>
              <a:t>PG NO:</a:t>
            </a:r>
            <a:fld id="{B54A08B0-5A9A-4946-919B-A6856108856E}" type="slidenum">
              <a:rPr lang="en-IN" sz="1050" b="1" smtClean="0">
                <a:solidFill>
                  <a:schemeClr val="tx1">
                    <a:lumMod val="95000"/>
                    <a:lumOff val="5000"/>
                  </a:schemeClr>
                </a:solidFill>
                <a:latin typeface="Times New Roman" panose="02020603050405020304" pitchFamily="18" charset="0"/>
                <a:cs typeface="Times New Roman" panose="02020603050405020304" pitchFamily="18" charset="0"/>
              </a:rPr>
              <a:t>22</a:t>
            </a:fld>
            <a:endParaRPr lang="en-IN" sz="105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875933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B0CFA37-5E3E-41B0-9FFA-60F06DF1FE02}"/>
              </a:ext>
            </a:extLst>
          </p:cNvPr>
          <p:cNvSpPr/>
          <p:nvPr/>
        </p:nvSpPr>
        <p:spPr>
          <a:xfrm>
            <a:off x="-1" y="150125"/>
            <a:ext cx="11136573" cy="1698094"/>
          </a:xfrm>
          <a:prstGeom prst="rect">
            <a:avLst/>
          </a:prstGeom>
        </p:spPr>
        <p:txBody>
          <a:bodyPr wrap="square">
            <a:spAutoFit/>
          </a:bodyPr>
          <a:lstStyle/>
          <a:p>
            <a:pPr marL="342900" indent="-342900">
              <a:lnSpc>
                <a:spcPct val="107000"/>
              </a:lnSpc>
              <a:spcAft>
                <a:spcPts val="800"/>
              </a:spcAft>
              <a:buFont typeface="Wingdings" panose="05000000000000000000" pitchFamily="2" charset="2"/>
              <a:buChar char="v"/>
            </a:pPr>
            <a:r>
              <a:rPr lang="en-IN" sz="2400" b="1" dirty="0">
                <a:latin typeface="Times New Roman" panose="02020603050405020304" pitchFamily="18" charset="0"/>
                <a:ea typeface="Calibri" panose="020F0502020204030204" pitchFamily="34" charset="0"/>
                <a:cs typeface="Times New Roman" panose="02020603050405020304" pitchFamily="18" charset="0"/>
              </a:rPr>
              <a:t>2.6 </a:t>
            </a:r>
            <a:r>
              <a:rPr lang="en-IN" sz="2400" b="1" u="sng" dirty="0">
                <a:latin typeface="Times New Roman" panose="02020603050405020304" pitchFamily="18" charset="0"/>
                <a:ea typeface="Calibri" panose="020F0502020204030204" pitchFamily="34" charset="0"/>
                <a:cs typeface="Times New Roman" panose="02020603050405020304" pitchFamily="18" charset="0"/>
              </a:rPr>
              <a:t>DFD Level</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r>
              <a:rPr lang="en-IN" dirty="0">
                <a:latin typeface="Times New Roman" panose="02020603050405020304" pitchFamily="18" charset="0"/>
                <a:ea typeface="Calibri" panose="020F0502020204030204" pitchFamily="34" charset="0"/>
              </a:rPr>
              <a:t>                    This process will explain how to modify permanent address of driving license. First the user needs to enter existing driving license details. After entering existing driving license detail user can apply to modify the address. After applying modification request user needs to pay for it. From the employee end employee will verify and approve/reject the application. </a:t>
            </a:r>
            <a:endParaRPr lang="en-IN" dirty="0"/>
          </a:p>
        </p:txBody>
      </p:sp>
      <p:pic>
        <p:nvPicPr>
          <p:cNvPr id="3" name="Picture 2">
            <a:extLst>
              <a:ext uri="{FF2B5EF4-FFF2-40B4-BE49-F238E27FC236}">
                <a16:creationId xmlns:a16="http://schemas.microsoft.com/office/drawing/2014/main" id="{1FBDF72D-3C27-4233-9D2E-31883A990ABD}"/>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95785" y="1848219"/>
            <a:ext cx="9116705" cy="4859656"/>
          </a:xfrm>
          <a:prstGeom prst="rect">
            <a:avLst/>
          </a:prstGeom>
          <a:noFill/>
          <a:ln>
            <a:noFill/>
          </a:ln>
        </p:spPr>
      </p:pic>
      <p:sp>
        <p:nvSpPr>
          <p:cNvPr id="4" name="Slide Number Placeholder 3">
            <a:extLst>
              <a:ext uri="{FF2B5EF4-FFF2-40B4-BE49-F238E27FC236}">
                <a16:creationId xmlns:a16="http://schemas.microsoft.com/office/drawing/2014/main" id="{ADA4227D-989F-489E-BB3F-9B671196A352}"/>
              </a:ext>
            </a:extLst>
          </p:cNvPr>
          <p:cNvSpPr>
            <a:spLocks noGrp="1"/>
          </p:cNvSpPr>
          <p:nvPr>
            <p:ph type="sldNum" sz="quarter" idx="12"/>
          </p:nvPr>
        </p:nvSpPr>
        <p:spPr>
          <a:xfrm>
            <a:off x="11013744" y="6342750"/>
            <a:ext cx="935220" cy="365125"/>
          </a:xfrm>
        </p:spPr>
        <p:txBody>
          <a:bodyPr/>
          <a:lstStyle/>
          <a:p>
            <a:r>
              <a:rPr lang="en-IN" sz="1050" b="1" dirty="0">
                <a:solidFill>
                  <a:schemeClr val="tx1">
                    <a:lumMod val="95000"/>
                    <a:lumOff val="5000"/>
                  </a:schemeClr>
                </a:solidFill>
                <a:latin typeface="Times New Roman" panose="02020603050405020304" pitchFamily="18" charset="0"/>
                <a:cs typeface="Times New Roman" panose="02020603050405020304" pitchFamily="18" charset="0"/>
              </a:rPr>
              <a:t>PG NO:</a:t>
            </a:r>
            <a:fld id="{B54A08B0-5A9A-4946-919B-A6856108856E}" type="slidenum">
              <a:rPr lang="en-IN" sz="1050" b="1" smtClean="0">
                <a:solidFill>
                  <a:schemeClr val="tx1">
                    <a:lumMod val="95000"/>
                    <a:lumOff val="5000"/>
                  </a:schemeClr>
                </a:solidFill>
                <a:latin typeface="Times New Roman" panose="02020603050405020304" pitchFamily="18" charset="0"/>
                <a:cs typeface="Times New Roman" panose="02020603050405020304" pitchFamily="18" charset="0"/>
              </a:rPr>
              <a:t>23</a:t>
            </a:fld>
            <a:endParaRPr lang="en-IN" sz="105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18475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C42C35A-E52D-4057-A479-3388598A348E}"/>
              </a:ext>
            </a:extLst>
          </p:cNvPr>
          <p:cNvSpPr/>
          <p:nvPr/>
        </p:nvSpPr>
        <p:spPr>
          <a:xfrm>
            <a:off x="163773" y="177421"/>
            <a:ext cx="11245755" cy="1421095"/>
          </a:xfrm>
          <a:prstGeom prst="rect">
            <a:avLst/>
          </a:prstGeom>
        </p:spPr>
        <p:txBody>
          <a:bodyPr wrap="square">
            <a:spAutoFit/>
          </a:bodyPr>
          <a:lstStyle/>
          <a:p>
            <a:pPr marL="342900" indent="-342900">
              <a:lnSpc>
                <a:spcPct val="107000"/>
              </a:lnSpc>
              <a:spcAft>
                <a:spcPts val="800"/>
              </a:spcAft>
              <a:buFont typeface="Wingdings" panose="05000000000000000000" pitchFamily="2" charset="2"/>
              <a:buChar char="v"/>
            </a:pPr>
            <a:r>
              <a:rPr lang="en-IN" sz="2400" b="1" dirty="0">
                <a:latin typeface="Times New Roman" panose="02020603050405020304" pitchFamily="18" charset="0"/>
                <a:ea typeface="Calibri" panose="020F0502020204030204" pitchFamily="34" charset="0"/>
                <a:cs typeface="Times New Roman" panose="02020603050405020304" pitchFamily="18" charset="0"/>
              </a:rPr>
              <a:t>2.7  </a:t>
            </a:r>
            <a:r>
              <a:rPr lang="en-IN" sz="2400" b="1" u="sng" dirty="0">
                <a:latin typeface="Times New Roman" panose="02020603050405020304" pitchFamily="18" charset="0"/>
                <a:ea typeface="Calibri" panose="020F0502020204030204" pitchFamily="34" charset="0"/>
                <a:cs typeface="Times New Roman" panose="02020603050405020304" pitchFamily="18" charset="0"/>
              </a:rPr>
              <a:t>DFD Level</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r>
              <a:rPr lang="en-IN" dirty="0">
                <a:latin typeface="Times New Roman" panose="02020603050405020304" pitchFamily="18" charset="0"/>
                <a:ea typeface="Calibri" panose="020F0502020204030204" pitchFamily="34" charset="0"/>
              </a:rPr>
              <a:t>           This process explains how the license renewal application works online. User needs to apply to renew his existing        driving license. After applying the renewal application stores in </a:t>
            </a:r>
            <a:r>
              <a:rPr lang="en-IN" dirty="0" err="1">
                <a:latin typeface="Times New Roman" panose="02020603050405020304" pitchFamily="18" charset="0"/>
                <a:ea typeface="Calibri" panose="020F0502020204030204" pitchFamily="34" charset="0"/>
              </a:rPr>
              <a:t>driving_license</a:t>
            </a:r>
            <a:r>
              <a:rPr lang="en-IN" dirty="0">
                <a:latin typeface="Times New Roman" panose="02020603050405020304" pitchFamily="18" charset="0"/>
                <a:ea typeface="Calibri" panose="020F0502020204030204" pitchFamily="34" charset="0"/>
              </a:rPr>
              <a:t> table. After applying the user needs pay renewal charge which stores in payment table. </a:t>
            </a:r>
            <a:endParaRPr lang="en-IN" dirty="0"/>
          </a:p>
        </p:txBody>
      </p:sp>
      <p:pic>
        <p:nvPicPr>
          <p:cNvPr id="3" name="Picture 2">
            <a:extLst>
              <a:ext uri="{FF2B5EF4-FFF2-40B4-BE49-F238E27FC236}">
                <a16:creationId xmlns:a16="http://schemas.microsoft.com/office/drawing/2014/main" id="{0B755C0F-F8BA-4F2F-98AD-EDD385D664D9}"/>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409433" y="1999089"/>
            <a:ext cx="9144000" cy="4681490"/>
          </a:xfrm>
          <a:prstGeom prst="rect">
            <a:avLst/>
          </a:prstGeom>
          <a:noFill/>
          <a:ln>
            <a:noFill/>
          </a:ln>
        </p:spPr>
      </p:pic>
      <p:sp>
        <p:nvSpPr>
          <p:cNvPr id="4" name="Slide Number Placeholder 3">
            <a:extLst>
              <a:ext uri="{FF2B5EF4-FFF2-40B4-BE49-F238E27FC236}">
                <a16:creationId xmlns:a16="http://schemas.microsoft.com/office/drawing/2014/main" id="{D54C6D41-83DD-4666-8B83-E75CE29E539E}"/>
              </a:ext>
            </a:extLst>
          </p:cNvPr>
          <p:cNvSpPr>
            <a:spLocks noGrp="1"/>
          </p:cNvSpPr>
          <p:nvPr>
            <p:ph type="sldNum" sz="quarter" idx="12"/>
          </p:nvPr>
        </p:nvSpPr>
        <p:spPr>
          <a:xfrm>
            <a:off x="11081982" y="6315454"/>
            <a:ext cx="880629" cy="365125"/>
          </a:xfrm>
        </p:spPr>
        <p:txBody>
          <a:bodyPr/>
          <a:lstStyle/>
          <a:p>
            <a:r>
              <a:rPr lang="en-IN" sz="1050" b="1" dirty="0">
                <a:solidFill>
                  <a:schemeClr val="tx1">
                    <a:lumMod val="95000"/>
                    <a:lumOff val="5000"/>
                  </a:schemeClr>
                </a:solidFill>
                <a:latin typeface="Times New Roman" panose="02020603050405020304" pitchFamily="18" charset="0"/>
                <a:cs typeface="Times New Roman" panose="02020603050405020304" pitchFamily="18" charset="0"/>
              </a:rPr>
              <a:t>PG NO:</a:t>
            </a:r>
            <a:fld id="{B54A08B0-5A9A-4946-919B-A6856108856E}" type="slidenum">
              <a:rPr lang="en-IN" sz="1050" b="1" smtClean="0">
                <a:solidFill>
                  <a:schemeClr val="tx1">
                    <a:lumMod val="95000"/>
                    <a:lumOff val="5000"/>
                  </a:schemeClr>
                </a:solidFill>
                <a:latin typeface="Times New Roman" panose="02020603050405020304" pitchFamily="18" charset="0"/>
                <a:cs typeface="Times New Roman" panose="02020603050405020304" pitchFamily="18" charset="0"/>
              </a:rPr>
              <a:t>24</a:t>
            </a:fld>
            <a:endParaRPr lang="en-IN" sz="105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459655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E7AAB-54AB-4447-8382-EBE423FD073E}"/>
              </a:ext>
            </a:extLst>
          </p:cNvPr>
          <p:cNvSpPr>
            <a:spLocks noGrp="1"/>
          </p:cNvSpPr>
          <p:nvPr>
            <p:ph type="title"/>
          </p:nvPr>
        </p:nvSpPr>
        <p:spPr>
          <a:xfrm>
            <a:off x="677334" y="0"/>
            <a:ext cx="8596668" cy="816638"/>
          </a:xfrm>
        </p:spPr>
        <p:txBody>
          <a:bodyPr>
            <a:normAutofit/>
          </a:bodyPr>
          <a:lstStyle/>
          <a:p>
            <a:r>
              <a:rPr lang="en-IN" sz="4400" dirty="0">
                <a:latin typeface="Times New Roman" panose="02020603050405020304" pitchFamily="18" charset="0"/>
                <a:cs typeface="Times New Roman" panose="02020603050405020304" pitchFamily="18" charset="0"/>
              </a:rPr>
              <a:t>							</a:t>
            </a:r>
            <a:r>
              <a:rPr lang="en-IN" sz="4400" u="sng" dirty="0">
                <a:latin typeface="Times New Roman" panose="02020603050405020304" pitchFamily="18" charset="0"/>
                <a:cs typeface="Times New Roman" panose="02020603050405020304" pitchFamily="18" charset="0"/>
              </a:rPr>
              <a:t>INDEX</a:t>
            </a:r>
          </a:p>
        </p:txBody>
      </p:sp>
      <p:sp>
        <p:nvSpPr>
          <p:cNvPr id="5" name="Content Placeholder 4">
            <a:extLst>
              <a:ext uri="{FF2B5EF4-FFF2-40B4-BE49-F238E27FC236}">
                <a16:creationId xmlns:a16="http://schemas.microsoft.com/office/drawing/2014/main" id="{FEEDD4EA-1A5B-469F-8DE4-8D09B45C298B}"/>
              </a:ext>
            </a:extLst>
          </p:cNvPr>
          <p:cNvSpPr>
            <a:spLocks noGrp="1"/>
          </p:cNvSpPr>
          <p:nvPr>
            <p:ph sz="half" idx="2"/>
          </p:nvPr>
        </p:nvSpPr>
        <p:spPr>
          <a:xfrm>
            <a:off x="7102032" y="980661"/>
            <a:ext cx="2171970" cy="5877338"/>
          </a:xfrm>
        </p:spPr>
        <p:txBody>
          <a:bodyPr>
            <a:normAutofit/>
          </a:bodyPr>
          <a:lstStyle/>
          <a:p>
            <a:pPr marL="0" indent="0" algn="ctr">
              <a:spcBef>
                <a:spcPts val="0"/>
              </a:spcBef>
              <a:buNone/>
            </a:pPr>
            <a:endParaRPr lang="en-US" altLang="en-US" sz="1600" u="sng"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marL="0" indent="0" algn="ctr">
              <a:spcBef>
                <a:spcPts val="0"/>
              </a:spcBef>
              <a:buNone/>
            </a:pPr>
            <a:endParaRPr lang="en-US" altLang="en-US" sz="1600" u="sng"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6070F48C-5988-409E-B469-0A5C16B0209B}"/>
              </a:ext>
            </a:extLst>
          </p:cNvPr>
          <p:cNvSpPr>
            <a:spLocks noGrp="1"/>
          </p:cNvSpPr>
          <p:nvPr>
            <p:ph sz="half" idx="1"/>
          </p:nvPr>
        </p:nvSpPr>
        <p:spPr>
          <a:xfrm>
            <a:off x="677334" y="980660"/>
            <a:ext cx="5266266" cy="5877339"/>
          </a:xfrm>
        </p:spPr>
        <p:txBody>
          <a:bodyPr>
            <a:normAutofit/>
          </a:bodyPr>
          <a:lstStyle/>
          <a:p>
            <a:pPr>
              <a:buFont typeface="Wingdings" panose="05000000000000000000" pitchFamily="2" charset="2"/>
              <a:buChar char="Ø"/>
            </a:pPr>
            <a:r>
              <a:rPr lang="en-IN" sz="20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3. Data Base Design</a:t>
            </a:r>
            <a:endParaRPr lang="en-IN" sz="2000" dirty="0">
              <a:solidFill>
                <a:schemeClr val="tx1"/>
              </a:solidFill>
              <a:latin typeface="Times New Roman" panose="02020603050405020304" pitchFamily="18" charset="0"/>
              <a:ea typeface="Times New Roman" panose="02020603050405020304" pitchFamily="18" charset="0"/>
            </a:endParaRPr>
          </a:p>
          <a:p>
            <a:pPr>
              <a:buFont typeface="Wingdings" panose="05000000000000000000" pitchFamily="2" charset="2"/>
              <a:buChar char="Ø"/>
            </a:pPr>
            <a:r>
              <a:rPr lang="en-US" sz="2000" dirty="0">
                <a:solidFill>
                  <a:schemeClr val="tx1"/>
                </a:solidFill>
                <a:latin typeface="Times New Roman" panose="02020603050405020304" pitchFamily="18" charset="0"/>
                <a:ea typeface="Times New Roman" panose="02020603050405020304" pitchFamily="18" charset="0"/>
              </a:rPr>
              <a:t>3.1. Introduction</a:t>
            </a:r>
            <a:endParaRPr lang="en-IN" sz="2000" dirty="0">
              <a:solidFill>
                <a:schemeClr val="tx1"/>
              </a:solidFill>
              <a:latin typeface="Times New Roman" panose="02020603050405020304" pitchFamily="18" charset="0"/>
              <a:ea typeface="Times New Roman" panose="02020603050405020304" pitchFamily="18" charset="0"/>
            </a:endParaRPr>
          </a:p>
          <a:p>
            <a:pPr>
              <a:buFont typeface="Wingdings" panose="05000000000000000000" pitchFamily="2" charset="2"/>
              <a:buChar char="Ø"/>
            </a:pPr>
            <a:r>
              <a:rPr lang="en-US" sz="2000" dirty="0">
                <a:solidFill>
                  <a:schemeClr val="tx1"/>
                </a:solidFill>
                <a:latin typeface="Times New Roman" panose="02020603050405020304" pitchFamily="18" charset="0"/>
                <a:ea typeface="Times New Roman" panose="02020603050405020304" pitchFamily="18" charset="0"/>
              </a:rPr>
              <a:t>3.2 The Database</a:t>
            </a:r>
            <a:endParaRPr lang="en-IN" sz="20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a:buFont typeface="Wingdings" panose="05000000000000000000" pitchFamily="2" charset="2"/>
              <a:buChar char="Ø"/>
            </a:pPr>
            <a:r>
              <a:rPr lang="en-US" sz="2000" dirty="0">
                <a:solidFill>
                  <a:schemeClr val="tx1"/>
                </a:solidFill>
                <a:latin typeface="Times New Roman" panose="02020603050405020304" pitchFamily="18" charset="0"/>
                <a:ea typeface="Times New Roman" panose="02020603050405020304" pitchFamily="18" charset="0"/>
              </a:rPr>
              <a:t>3.3 Each entity and Attributes</a:t>
            </a:r>
            <a:endPar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a:buFont typeface="Wingdings" panose="05000000000000000000" pitchFamily="2" charset="2"/>
              <a:buChar char="Ø"/>
            </a:pPr>
            <a:r>
              <a:rPr lang="en-US" sz="2000" dirty="0">
                <a:solidFill>
                  <a:schemeClr val="tx1"/>
                </a:solidFill>
                <a:latin typeface="Times New Roman" panose="02020603050405020304" pitchFamily="18" charset="0"/>
                <a:ea typeface="Times New Roman" panose="02020603050405020304" pitchFamily="18" charset="0"/>
              </a:rPr>
              <a:t>3.4. Entity-Relationship Diagram</a:t>
            </a:r>
          </a:p>
          <a:p>
            <a:pPr marL="285750" indent="-285750">
              <a:lnSpc>
                <a:spcPct val="150000"/>
              </a:lnSpc>
              <a:spcBef>
                <a:spcPts val="0"/>
              </a:spcBef>
              <a:buClr>
                <a:schemeClr val="accent2"/>
              </a:buClr>
              <a:buFont typeface="Wingdings" panose="05000000000000000000" pitchFamily="2" charset="2"/>
              <a:buChar char="Ø"/>
            </a:pPr>
            <a:r>
              <a:rPr lang="en-US" altLang="en-US" sz="2000" dirty="0">
                <a:latin typeface="Times New Roman" panose="02020603050405020304" pitchFamily="18" charset="0"/>
                <a:ea typeface="Calibri" panose="020F0502020204030204" pitchFamily="34" charset="0"/>
                <a:cs typeface="Times New Roman" panose="02020603050405020304" pitchFamily="18" charset="0"/>
              </a:rPr>
              <a:t>4</a:t>
            </a:r>
            <a:r>
              <a:rPr lang="en-US" altLang="en-US" sz="20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DETAIL DESIGN</a:t>
            </a:r>
          </a:p>
          <a:p>
            <a:pPr marL="285750" indent="-285750">
              <a:lnSpc>
                <a:spcPct val="150000"/>
              </a:lnSpc>
              <a:spcBef>
                <a:spcPts val="0"/>
              </a:spcBef>
              <a:buClr>
                <a:schemeClr val="accent2"/>
              </a:buClr>
              <a:buFont typeface="Wingdings" panose="05000000000000000000" pitchFamily="2" charset="2"/>
              <a:buChar char="Ø"/>
            </a:pPr>
            <a:r>
              <a:rPr lang="en-US" altLang="en-US" sz="20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4.1 Modular Decomposition of Components</a:t>
            </a:r>
            <a:endParaRPr lang="en-IN" sz="2000" dirty="0">
              <a:solidFill>
                <a:schemeClr val="tx1"/>
              </a:solidFill>
              <a:latin typeface="Times New Roman" panose="02020603050405020304" pitchFamily="18" charset="0"/>
              <a:ea typeface="Times New Roman" panose="02020603050405020304" pitchFamily="18" charset="0"/>
            </a:endParaRPr>
          </a:p>
          <a:p>
            <a:pPr>
              <a:buFont typeface="Wingdings" panose="05000000000000000000" pitchFamily="2" charset="2"/>
              <a:buChar char="Ø"/>
            </a:pPr>
            <a:r>
              <a:rPr lang="en-US" sz="2000" dirty="0">
                <a:solidFill>
                  <a:schemeClr val="tx1"/>
                </a:solidFill>
                <a:latin typeface="Times New Roman" panose="02020603050405020304" pitchFamily="18" charset="0"/>
                <a:ea typeface="Times New Roman" panose="02020603050405020304" pitchFamily="18" charset="0"/>
              </a:rPr>
              <a:t>5.Detail Design</a:t>
            </a:r>
            <a:endParaRPr lang="en-IN" sz="2000" dirty="0">
              <a:solidFill>
                <a:schemeClr val="tx1"/>
              </a:solidFill>
              <a:latin typeface="Times New Roman" panose="02020603050405020304" pitchFamily="18" charset="0"/>
              <a:ea typeface="Times New Roman" panose="02020603050405020304" pitchFamily="18" charset="0"/>
            </a:endParaRPr>
          </a:p>
          <a:p>
            <a:pPr lvl="0" algn="just">
              <a:lnSpc>
                <a:spcPct val="115000"/>
              </a:lnSpc>
              <a:buFont typeface="Wingdings" panose="05000000000000000000" pitchFamily="2" charset="2"/>
              <a:buChar char="Ø"/>
            </a:pPr>
            <a:r>
              <a:rPr lang="en-IN" sz="20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5.1. Introduction </a:t>
            </a:r>
            <a:endPar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a:buFont typeface="Wingdings" panose="05000000000000000000" pitchFamily="2" charset="2"/>
              <a:buChar char="Ø"/>
            </a:pPr>
            <a:r>
              <a:rPr lang="en-IN" sz="20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5.2. Applicable Documents</a:t>
            </a:r>
            <a:endParaRPr lang="en-US" sz="200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IN" sz="20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5.3. Structure of the software package</a:t>
            </a:r>
            <a:endParaRPr lang="en-US" sz="200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IN" sz="2000" dirty="0">
                <a:solidFill>
                  <a:schemeClr val="tx1"/>
                </a:solidFill>
                <a:latin typeface="Times New Roman" panose="02020603050405020304" pitchFamily="18" charset="0"/>
                <a:ea typeface="Calibri" panose="020F0502020204030204" pitchFamily="34" charset="0"/>
              </a:rPr>
              <a:t>5.4. The project modules</a:t>
            </a:r>
            <a:endParaRPr lang="en-US" sz="2000" dirty="0">
              <a:solidFill>
                <a:schemeClr val="tx1"/>
              </a:solidFill>
              <a:latin typeface="Times New Roman" panose="02020603050405020304" pitchFamily="18" charset="0"/>
              <a:ea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6.Conclusion</a:t>
            </a:r>
          </a:p>
          <a:p>
            <a:endParaRPr lang="en-IN" sz="2000" dirty="0">
              <a:solidFill>
                <a:schemeClr val="tx1"/>
              </a:solidFill>
              <a:latin typeface="Times New Roman" panose="02020603050405020304" pitchFamily="18" charset="0"/>
              <a:cs typeface="Times New Roman" panose="02020603050405020304" pitchFamily="18" charset="0"/>
            </a:endParaRPr>
          </a:p>
          <a:p>
            <a:endParaRPr lang="en-IN" sz="200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endParaRPr>
          </a:p>
          <a:p>
            <a:endParaRPr lang="en-IN" sz="200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endParaRPr>
          </a:p>
          <a:p>
            <a:endParaRPr lang="en-IN" sz="20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endParaRPr lang="en-IN" sz="2000" dirty="0">
              <a:solidFill>
                <a:schemeClr val="tx1"/>
              </a:solidFill>
              <a:latin typeface="Times New Roman" panose="02020603050405020304" pitchFamily="18" charset="0"/>
              <a:cs typeface="Times New Roman" panose="02020603050405020304" pitchFamily="18" charset="0"/>
            </a:endParaRPr>
          </a:p>
          <a:p>
            <a:endParaRPr lang="en-IN" sz="2000" dirty="0">
              <a:solidFill>
                <a:schemeClr val="tx1"/>
              </a:solidFill>
            </a:endParaRPr>
          </a:p>
        </p:txBody>
      </p:sp>
      <p:pic>
        <p:nvPicPr>
          <p:cNvPr id="9" name="Picture 8">
            <a:extLst>
              <a:ext uri="{FF2B5EF4-FFF2-40B4-BE49-F238E27FC236}">
                <a16:creationId xmlns:a16="http://schemas.microsoft.com/office/drawing/2014/main" id="{DBADD4F1-E2FF-4C84-9547-BF2B2FE4B2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22870" y="2917990"/>
            <a:ext cx="2384773" cy="248652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0" name="Slide Number Placeholder 9">
            <a:extLst>
              <a:ext uri="{FF2B5EF4-FFF2-40B4-BE49-F238E27FC236}">
                <a16:creationId xmlns:a16="http://schemas.microsoft.com/office/drawing/2014/main" id="{FB4C1E8F-8878-473B-BB75-58CE027057C9}"/>
              </a:ext>
            </a:extLst>
          </p:cNvPr>
          <p:cNvSpPr>
            <a:spLocks noGrp="1"/>
          </p:cNvSpPr>
          <p:nvPr>
            <p:ph type="sldNum" sz="quarter" idx="12"/>
          </p:nvPr>
        </p:nvSpPr>
        <p:spPr>
          <a:xfrm>
            <a:off x="11136574" y="6368908"/>
            <a:ext cx="832830" cy="365125"/>
          </a:xfrm>
        </p:spPr>
        <p:txBody>
          <a:bodyPr/>
          <a:lstStyle/>
          <a:p>
            <a:r>
              <a:rPr lang="en-IN" sz="1050" b="1" dirty="0">
                <a:solidFill>
                  <a:schemeClr val="tx1">
                    <a:lumMod val="95000"/>
                    <a:lumOff val="5000"/>
                  </a:schemeClr>
                </a:solidFill>
                <a:latin typeface="Times New Roman" panose="02020603050405020304" pitchFamily="18" charset="0"/>
                <a:cs typeface="Times New Roman" panose="02020603050405020304" pitchFamily="18" charset="0"/>
              </a:rPr>
              <a:t>PG NO:</a:t>
            </a:r>
            <a:fld id="{B54A08B0-5A9A-4946-919B-A6856108856E}" type="slidenum">
              <a:rPr lang="en-IN" sz="1050" b="1" smtClean="0">
                <a:solidFill>
                  <a:schemeClr val="tx1">
                    <a:lumMod val="95000"/>
                    <a:lumOff val="5000"/>
                  </a:schemeClr>
                </a:solidFill>
                <a:latin typeface="Times New Roman" panose="02020603050405020304" pitchFamily="18" charset="0"/>
                <a:cs typeface="Times New Roman" panose="02020603050405020304" pitchFamily="18" charset="0"/>
              </a:rPr>
              <a:t>25</a:t>
            </a:fld>
            <a:endParaRPr lang="en-IN" sz="105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04706407"/>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720D758-41B6-40AF-820E-C330DADC696D}"/>
              </a:ext>
            </a:extLst>
          </p:cNvPr>
          <p:cNvSpPr>
            <a:spLocks noGrp="1"/>
          </p:cNvSpPr>
          <p:nvPr>
            <p:ph type="sldNum" sz="quarter" idx="12"/>
          </p:nvPr>
        </p:nvSpPr>
        <p:spPr>
          <a:xfrm>
            <a:off x="11115499" y="6300669"/>
            <a:ext cx="683339" cy="365125"/>
          </a:xfrm>
        </p:spPr>
        <p:txBody>
          <a:bodyPr/>
          <a:lstStyle/>
          <a:p>
            <a:r>
              <a:rPr lang="en-IN" b="1" dirty="0">
                <a:solidFill>
                  <a:schemeClr val="tx1"/>
                </a:solidFill>
                <a:latin typeface="Times New Roman" panose="02020603050405020304" pitchFamily="18" charset="0"/>
                <a:cs typeface="Times New Roman" panose="02020603050405020304" pitchFamily="18" charset="0"/>
              </a:rPr>
              <a:t>PG NO: </a:t>
            </a:r>
            <a:fld id="{B54A08B0-5A9A-4946-919B-A6856108856E}" type="slidenum">
              <a:rPr lang="en-IN" b="1" smtClean="0">
                <a:solidFill>
                  <a:schemeClr val="tx1"/>
                </a:solidFill>
              </a:rPr>
              <a:t>26</a:t>
            </a:fld>
            <a:endParaRPr lang="en-IN" b="1" dirty="0">
              <a:solidFill>
                <a:schemeClr val="tx1"/>
              </a:solidFill>
            </a:endParaRPr>
          </a:p>
        </p:txBody>
      </p:sp>
      <p:sp>
        <p:nvSpPr>
          <p:cNvPr id="3" name="Rectangle 2">
            <a:extLst>
              <a:ext uri="{FF2B5EF4-FFF2-40B4-BE49-F238E27FC236}">
                <a16:creationId xmlns:a16="http://schemas.microsoft.com/office/drawing/2014/main" id="{B0B8E324-DE6C-49D2-9109-3EA297F6A000}"/>
              </a:ext>
            </a:extLst>
          </p:cNvPr>
          <p:cNvSpPr/>
          <p:nvPr/>
        </p:nvSpPr>
        <p:spPr>
          <a:xfrm>
            <a:off x="742121" y="344683"/>
            <a:ext cx="8251753" cy="622799"/>
          </a:xfrm>
          <a:prstGeom prst="rect">
            <a:avLst/>
          </a:prstGeom>
        </p:spPr>
        <p:txBody>
          <a:bodyPr wrap="square">
            <a:spAutoFit/>
          </a:bodyPr>
          <a:lstStyle/>
          <a:p>
            <a:pPr marL="266700" algn="ctr">
              <a:lnSpc>
                <a:spcPct val="115000"/>
              </a:lnSpc>
              <a:spcAft>
                <a:spcPts val="1000"/>
              </a:spcAft>
            </a:pPr>
            <a:r>
              <a:rPr lang="en-IN" sz="3200" b="1" dirty="0">
                <a:solidFill>
                  <a:schemeClr val="accent2">
                    <a:lumMod val="50000"/>
                  </a:schemeClr>
                </a:solidFill>
                <a:latin typeface="Times New Roman" panose="02020603050405020304" pitchFamily="18" charset="0"/>
                <a:ea typeface="Calibri" panose="020F0502020204030204" pitchFamily="34" charset="0"/>
                <a:cs typeface="Times New Roman" panose="02020603050405020304" pitchFamily="18" charset="0"/>
              </a:rPr>
              <a:t>			3.</a:t>
            </a:r>
            <a:r>
              <a:rPr lang="en-IN" sz="3200" b="1" u="sng" dirty="0">
                <a:solidFill>
                  <a:schemeClr val="accent2">
                    <a:lumMod val="50000"/>
                  </a:schemeClr>
                </a:solidFill>
                <a:latin typeface="Times New Roman" panose="02020603050405020304" pitchFamily="18" charset="0"/>
                <a:ea typeface="Calibri" panose="020F0502020204030204" pitchFamily="34" charset="0"/>
                <a:cs typeface="Times New Roman" panose="02020603050405020304" pitchFamily="18" charset="0"/>
              </a:rPr>
              <a:t>Data Base Design</a:t>
            </a:r>
            <a:endParaRPr lang="en-IN" sz="1600" dirty="0">
              <a:solidFill>
                <a:schemeClr val="accent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Rectangle 3">
            <a:extLst>
              <a:ext uri="{FF2B5EF4-FFF2-40B4-BE49-F238E27FC236}">
                <a16:creationId xmlns:a16="http://schemas.microsoft.com/office/drawing/2014/main" id="{E63B59E7-73F0-42AB-96FE-185F7EFD79E8}"/>
              </a:ext>
            </a:extLst>
          </p:cNvPr>
          <p:cNvSpPr/>
          <p:nvPr/>
        </p:nvSpPr>
        <p:spPr>
          <a:xfrm>
            <a:off x="544131" y="1336997"/>
            <a:ext cx="9647582" cy="4704365"/>
          </a:xfrm>
          <a:prstGeom prst="rect">
            <a:avLst/>
          </a:prstGeom>
        </p:spPr>
        <p:txBody>
          <a:bodyPr wrap="square">
            <a:spAutoFit/>
          </a:bodyPr>
          <a:lstStyle/>
          <a:p>
            <a:pPr algn="just">
              <a:lnSpc>
                <a:spcPct val="115000"/>
              </a:lnSpc>
              <a:spcAft>
                <a:spcPts val="1000"/>
              </a:spcAft>
            </a:pPr>
            <a:r>
              <a:rPr lang="en-US" sz="2400" b="1" u="sng" dirty="0">
                <a:latin typeface="Times New Roman" panose="02020603050405020304" pitchFamily="18" charset="0"/>
                <a:ea typeface="Times New Roman" panose="02020603050405020304" pitchFamily="18" charset="0"/>
              </a:rPr>
              <a:t>3.1.</a:t>
            </a:r>
            <a:r>
              <a:rPr lang="en-US" sz="2400" b="1" dirty="0">
                <a:latin typeface="Times New Roman" panose="02020603050405020304" pitchFamily="18" charset="0"/>
                <a:ea typeface="Times New Roman" panose="02020603050405020304" pitchFamily="18" charset="0"/>
              </a:rPr>
              <a:t> </a:t>
            </a:r>
            <a:r>
              <a:rPr lang="en-US" sz="2400" b="1" u="sng" dirty="0">
                <a:latin typeface="Times New Roman" panose="02020603050405020304" pitchFamily="18" charset="0"/>
                <a:ea typeface="Times New Roman" panose="02020603050405020304" pitchFamily="18" charset="0"/>
              </a:rPr>
              <a:t>Introduction</a:t>
            </a:r>
            <a:r>
              <a:rPr lang="en-US" sz="2000" b="1" dirty="0">
                <a:latin typeface="Times New Roman" panose="02020603050405020304" pitchFamily="18" charset="0"/>
                <a:ea typeface="Times New Roman" panose="02020603050405020304" pitchFamily="18" charset="0"/>
              </a:rPr>
              <a:t> :</a:t>
            </a:r>
            <a:endParaRPr lang="en-IN" b="1" dirty="0">
              <a:latin typeface="Times New Roman" panose="02020603050405020304" pitchFamily="18" charset="0"/>
              <a:ea typeface="Times New Roman" panose="02020603050405020304" pitchFamily="18" charset="0"/>
            </a:endParaRPr>
          </a:p>
          <a:p>
            <a:pPr marL="342900" lvl="0" indent="-342900" algn="just">
              <a:lnSpc>
                <a:spcPct val="150000"/>
              </a:lnSpc>
              <a:spcAft>
                <a:spcPts val="0"/>
              </a:spcAft>
              <a:buFont typeface="Wingdings" panose="05000000000000000000" pitchFamily="2" charset="2"/>
              <a:buChar char=""/>
            </a:pPr>
            <a:r>
              <a:rPr lang="en-IN" sz="2000" dirty="0">
                <a:latin typeface="Times New Roman" panose="02020603050405020304" pitchFamily="18" charset="0"/>
                <a:ea typeface="Calibri" panose="020F0502020204030204" pitchFamily="34" charset="0"/>
                <a:cs typeface="Times New Roman" panose="02020603050405020304" pitchFamily="18" charset="0"/>
              </a:rPr>
              <a:t>Database : A Database is collection of related data, which can be of any size and complexity. By using the concept of Database, we can easily store and retrieve the data. </a:t>
            </a:r>
            <a:r>
              <a:rPr lang="en-IN" sz="2000" dirty="0">
                <a:latin typeface="Times New Roman" panose="02020603050405020304" pitchFamily="18" charset="0"/>
                <a:ea typeface="Times New Roman" panose="02020603050405020304" pitchFamily="18" charset="0"/>
                <a:cs typeface="Times New Roman" panose="02020603050405020304" pitchFamily="18" charset="0"/>
              </a:rPr>
              <a:t>The major purpose of a database is to provide the information, which utilizes it with the information’s that the system needs according to its own requirements.</a:t>
            </a:r>
            <a:endParaRPr lang="en-IN" sz="2000" dirty="0">
              <a:latin typeface="Calibri" panose="020F0502020204030204" pitchFamily="34" charset="0"/>
              <a:ea typeface="Calibri" panose="020F0502020204030204" pitchFamily="34" charset="0"/>
              <a:cs typeface="Times New Roman" panose="02020603050405020304" pitchFamily="18" charset="0"/>
            </a:endParaRPr>
          </a:p>
          <a:p>
            <a:pPr marL="810260" algn="just">
              <a:lnSpc>
                <a:spcPct val="150000"/>
              </a:lnSpc>
              <a:spcAft>
                <a:spcPts val="0"/>
              </a:spcAft>
            </a:pPr>
            <a:r>
              <a:rPr lang="en-IN" sz="2000" dirty="0">
                <a:latin typeface="Times New Roman" panose="02020603050405020304" pitchFamily="18" charset="0"/>
                <a:ea typeface="Times New Roman" panose="02020603050405020304" pitchFamily="18" charset="0"/>
                <a:cs typeface="Times New Roman" panose="02020603050405020304" pitchFamily="18" charset="0"/>
              </a:rPr>
              <a:t> </a:t>
            </a:r>
            <a:endParaRPr lang="en-IN" sz="20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1000"/>
              </a:spcAft>
              <a:buFont typeface="Wingdings" panose="05000000000000000000" pitchFamily="2" charset="2"/>
              <a:buChar char=""/>
            </a:pPr>
            <a:r>
              <a:rPr lang="en-IN" sz="2000" dirty="0">
                <a:latin typeface="Times New Roman" panose="02020603050405020304" pitchFamily="18" charset="0"/>
                <a:ea typeface="Calibri" panose="020F0502020204030204" pitchFamily="34" charset="0"/>
                <a:cs typeface="Times New Roman" panose="02020603050405020304" pitchFamily="18" charset="0"/>
              </a:rPr>
              <a:t>Database Design :Database design is done before building it to meet needs of end-users within a given information-system that the database is intended to support. The database design defines the needed data and data structures that such a database comprises</a:t>
            </a:r>
            <a:r>
              <a:rPr lang="en-IN" sz="2000" dirty="0">
                <a:latin typeface="Calibri" panose="020F0502020204030204" pitchFamily="34" charset="0"/>
                <a:ea typeface="Calibri" panose="020F0502020204030204" pitchFamily="34" charset="0"/>
                <a:cs typeface="Times New Roman" panose="02020603050405020304" pitchFamily="18" charset="0"/>
              </a:rPr>
              <a:t>.</a:t>
            </a:r>
            <a:r>
              <a:rPr lang="en-US" sz="2000" dirty="0">
                <a:solidFill>
                  <a:srgbClr val="000000"/>
                </a:solidFill>
                <a:latin typeface="Times New Roman" panose="02020603050405020304" pitchFamily="18" charset="0"/>
                <a:ea typeface="Times New Roman" panose="02020603050405020304" pitchFamily="18" charset="0"/>
              </a:rPr>
              <a:t>The database is physically implemented using  MySQL.</a:t>
            </a:r>
            <a:endParaRPr lang="en-IN" sz="2000" dirty="0">
              <a:latin typeface="Times New Roman" panose="02020603050405020304" pitchFamily="18" charset="0"/>
              <a:ea typeface="Times New Roman" panose="02020603050405020304" pitchFamily="18" charset="0"/>
            </a:endParaRPr>
          </a:p>
        </p:txBody>
      </p:sp>
      <p:pic>
        <p:nvPicPr>
          <p:cNvPr id="5" name="Picture 4">
            <a:extLst>
              <a:ext uri="{FF2B5EF4-FFF2-40B4-BE49-F238E27FC236}">
                <a16:creationId xmlns:a16="http://schemas.microsoft.com/office/drawing/2014/main" id="{BA2E8320-1218-41F8-9016-D7BCF0BA282A}"/>
              </a:ext>
            </a:extLst>
          </p:cNvPr>
          <p:cNvPicPr>
            <a:picLocks noChangeAspect="1"/>
          </p:cNvPicPr>
          <p:nvPr/>
        </p:nvPicPr>
        <p:blipFill>
          <a:blip r:embed="rId2"/>
          <a:stretch>
            <a:fillRect/>
          </a:stretch>
        </p:blipFill>
        <p:spPr>
          <a:xfrm>
            <a:off x="8108049" y="344683"/>
            <a:ext cx="885825" cy="1133475"/>
          </a:xfrm>
          <a:prstGeom prst="rect">
            <a:avLst/>
          </a:prstGeom>
        </p:spPr>
      </p:pic>
    </p:spTree>
    <p:extLst>
      <p:ext uri="{BB962C8B-B14F-4D97-AF65-F5344CB8AC3E}">
        <p14:creationId xmlns:p14="http://schemas.microsoft.com/office/powerpoint/2010/main" val="297539877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8D601D8-64D8-4402-9048-4E87F45FF9B1}"/>
              </a:ext>
            </a:extLst>
          </p:cNvPr>
          <p:cNvSpPr>
            <a:spLocks noGrp="1"/>
          </p:cNvSpPr>
          <p:nvPr>
            <p:ph type="sldNum" sz="quarter" idx="12"/>
          </p:nvPr>
        </p:nvSpPr>
        <p:spPr>
          <a:xfrm>
            <a:off x="11252754" y="6341613"/>
            <a:ext cx="683339" cy="365125"/>
          </a:xfrm>
        </p:spPr>
        <p:txBody>
          <a:bodyPr/>
          <a:lstStyle/>
          <a:p>
            <a:r>
              <a:rPr lang="en-IN" b="1" dirty="0">
                <a:solidFill>
                  <a:schemeClr val="tx1"/>
                </a:solidFill>
                <a:latin typeface="Times New Roman" panose="02020603050405020304" pitchFamily="18" charset="0"/>
                <a:cs typeface="Times New Roman" panose="02020603050405020304" pitchFamily="18" charset="0"/>
              </a:rPr>
              <a:t>PG NO: </a:t>
            </a:r>
            <a:fld id="{B54A08B0-5A9A-4946-919B-A6856108856E}" type="slidenum">
              <a:rPr lang="en-IN" b="1" smtClean="0">
                <a:solidFill>
                  <a:schemeClr val="tx1"/>
                </a:solidFill>
              </a:rPr>
              <a:t>27</a:t>
            </a:fld>
            <a:endParaRPr lang="en-IN" b="1" dirty="0">
              <a:solidFill>
                <a:schemeClr val="tx1"/>
              </a:solidFill>
            </a:endParaRPr>
          </a:p>
        </p:txBody>
      </p:sp>
      <p:sp>
        <p:nvSpPr>
          <p:cNvPr id="3" name="Rectangle 2">
            <a:extLst>
              <a:ext uri="{FF2B5EF4-FFF2-40B4-BE49-F238E27FC236}">
                <a16:creationId xmlns:a16="http://schemas.microsoft.com/office/drawing/2014/main" id="{C9608B2E-F0B1-4125-92EF-BA761D4A1391}"/>
              </a:ext>
            </a:extLst>
          </p:cNvPr>
          <p:cNvSpPr/>
          <p:nvPr/>
        </p:nvSpPr>
        <p:spPr>
          <a:xfrm>
            <a:off x="742120" y="188421"/>
            <a:ext cx="9435550" cy="5705665"/>
          </a:xfrm>
          <a:prstGeom prst="rect">
            <a:avLst/>
          </a:prstGeom>
        </p:spPr>
        <p:txBody>
          <a:bodyPr wrap="square">
            <a:spAutoFit/>
          </a:bodyPr>
          <a:lstStyle/>
          <a:p>
            <a:r>
              <a:rPr lang="en-US" sz="2400" b="1" dirty="0">
                <a:solidFill>
                  <a:schemeClr val="accent2">
                    <a:lumMod val="50000"/>
                  </a:schemeClr>
                </a:solidFill>
                <a:latin typeface="Times New Roman" panose="02020603050405020304" pitchFamily="18" charset="0"/>
                <a:ea typeface="Times New Roman" panose="02020603050405020304" pitchFamily="18" charset="0"/>
              </a:rPr>
              <a:t>3.2 The Database rto_management_system for is organized into 12 Tables:</a:t>
            </a:r>
            <a:endParaRPr lang="en-IN" sz="2400" b="1" dirty="0">
              <a:solidFill>
                <a:schemeClr val="accent2">
                  <a:lumMod val="50000"/>
                </a:schemeClr>
              </a:solidFill>
              <a:latin typeface="Times New Roman" panose="02020603050405020304" pitchFamily="18" charset="0"/>
              <a:ea typeface="Times New Roman" panose="02020603050405020304" pitchFamily="18" charset="0"/>
            </a:endParaRPr>
          </a:p>
          <a:p>
            <a:pPr marL="342900" lvl="0" indent="-342900">
              <a:spcBef>
                <a:spcPts val="600"/>
              </a:spcBef>
              <a:spcAft>
                <a:spcPts val="0"/>
              </a:spcAft>
              <a:buFont typeface="Symbol" panose="05050102010706020507" pitchFamily="18" charset="2"/>
              <a:buChar char=""/>
            </a:pPr>
            <a:r>
              <a:rPr lang="en-US" sz="2000" dirty="0">
                <a:solidFill>
                  <a:schemeClr val="accent2">
                    <a:lumMod val="50000"/>
                  </a:schemeClr>
                </a:solidFill>
                <a:latin typeface="Times New Roman" panose="02020603050405020304" pitchFamily="18" charset="0"/>
                <a:ea typeface="Times New Roman" panose="02020603050405020304" pitchFamily="18" charset="0"/>
              </a:rPr>
              <a:t>branch</a:t>
            </a:r>
            <a:endParaRPr lang="en-IN" sz="2000" b="1" dirty="0">
              <a:solidFill>
                <a:schemeClr val="accent2">
                  <a:lumMod val="50000"/>
                </a:schemeClr>
              </a:solidFill>
              <a:latin typeface="Times New Roman" panose="02020603050405020304" pitchFamily="18" charset="0"/>
              <a:ea typeface="Times New Roman" panose="02020603050405020304" pitchFamily="18" charset="0"/>
            </a:endParaRPr>
          </a:p>
          <a:p>
            <a:pPr marL="342900" lvl="0" indent="-342900">
              <a:spcBef>
                <a:spcPts val="600"/>
              </a:spcBef>
              <a:spcAft>
                <a:spcPts val="0"/>
              </a:spcAft>
              <a:buFont typeface="Symbol" panose="05050102010706020507" pitchFamily="18" charset="2"/>
              <a:buChar char=""/>
            </a:pPr>
            <a:r>
              <a:rPr lang="en-US" sz="2000" dirty="0">
                <a:solidFill>
                  <a:schemeClr val="accent2">
                    <a:lumMod val="50000"/>
                  </a:schemeClr>
                </a:solidFill>
                <a:latin typeface="Times New Roman" panose="02020603050405020304" pitchFamily="18" charset="0"/>
                <a:ea typeface="Times New Roman" panose="02020603050405020304" pitchFamily="18" charset="0"/>
              </a:rPr>
              <a:t>city</a:t>
            </a:r>
            <a:endParaRPr lang="en-IN" sz="2000" b="1" dirty="0">
              <a:solidFill>
                <a:schemeClr val="accent2">
                  <a:lumMod val="50000"/>
                </a:schemeClr>
              </a:solidFill>
              <a:latin typeface="Times New Roman" panose="02020603050405020304" pitchFamily="18" charset="0"/>
              <a:ea typeface="Times New Roman" panose="02020603050405020304" pitchFamily="18" charset="0"/>
            </a:endParaRPr>
          </a:p>
          <a:p>
            <a:pPr marL="342900" lvl="0" indent="-342900">
              <a:spcBef>
                <a:spcPts val="600"/>
              </a:spcBef>
              <a:spcAft>
                <a:spcPts val="0"/>
              </a:spcAft>
              <a:buFont typeface="Symbol" panose="05050102010706020507" pitchFamily="18" charset="2"/>
              <a:buChar char=""/>
            </a:pPr>
            <a:r>
              <a:rPr lang="en-US" sz="2000" dirty="0">
                <a:solidFill>
                  <a:schemeClr val="accent2">
                    <a:lumMod val="50000"/>
                  </a:schemeClr>
                </a:solidFill>
                <a:latin typeface="Times New Roman" panose="02020603050405020304" pitchFamily="18" charset="0"/>
                <a:ea typeface="Times New Roman" panose="02020603050405020304" pitchFamily="18" charset="0"/>
              </a:rPr>
              <a:t>drivinglicense</a:t>
            </a:r>
            <a:endParaRPr lang="en-IN" sz="2000" b="1" dirty="0">
              <a:solidFill>
                <a:schemeClr val="accent2">
                  <a:lumMod val="50000"/>
                </a:schemeClr>
              </a:solidFill>
              <a:latin typeface="Times New Roman" panose="02020603050405020304" pitchFamily="18" charset="0"/>
              <a:ea typeface="Times New Roman" panose="02020603050405020304" pitchFamily="18" charset="0"/>
            </a:endParaRPr>
          </a:p>
          <a:p>
            <a:pPr marL="342900" lvl="0" indent="-342900">
              <a:spcBef>
                <a:spcPts val="600"/>
              </a:spcBef>
              <a:spcAft>
                <a:spcPts val="0"/>
              </a:spcAft>
              <a:buFont typeface="Symbol" panose="05050102010706020507" pitchFamily="18" charset="2"/>
              <a:buChar char=""/>
            </a:pPr>
            <a:r>
              <a:rPr lang="en-US" sz="2000" dirty="0">
                <a:solidFill>
                  <a:schemeClr val="accent2">
                    <a:lumMod val="50000"/>
                  </a:schemeClr>
                </a:solidFill>
                <a:latin typeface="Times New Roman" panose="02020603050405020304" pitchFamily="18" charset="0"/>
                <a:ea typeface="Times New Roman" panose="02020603050405020304" pitchFamily="18" charset="0"/>
              </a:rPr>
              <a:t>employee</a:t>
            </a:r>
            <a:endParaRPr lang="en-IN" sz="2000" b="1" dirty="0">
              <a:solidFill>
                <a:schemeClr val="accent2">
                  <a:lumMod val="50000"/>
                </a:schemeClr>
              </a:solidFill>
              <a:latin typeface="Times New Roman" panose="02020603050405020304" pitchFamily="18" charset="0"/>
              <a:ea typeface="Times New Roman" panose="02020603050405020304" pitchFamily="18" charset="0"/>
            </a:endParaRPr>
          </a:p>
          <a:p>
            <a:pPr marL="342900" lvl="0" indent="-342900">
              <a:spcBef>
                <a:spcPts val="600"/>
              </a:spcBef>
              <a:spcAft>
                <a:spcPts val="0"/>
              </a:spcAft>
              <a:buFont typeface="Symbol" panose="05050102010706020507" pitchFamily="18" charset="2"/>
              <a:buChar char=""/>
            </a:pPr>
            <a:r>
              <a:rPr lang="en-US" sz="2000" dirty="0">
                <a:solidFill>
                  <a:schemeClr val="accent2">
                    <a:lumMod val="50000"/>
                  </a:schemeClr>
                </a:solidFill>
                <a:latin typeface="Times New Roman" panose="02020603050405020304" pitchFamily="18" charset="0"/>
                <a:ea typeface="Times New Roman" panose="02020603050405020304" pitchFamily="18" charset="0"/>
              </a:rPr>
              <a:t>payment</a:t>
            </a:r>
            <a:endParaRPr lang="en-IN" sz="2000" b="1" dirty="0">
              <a:solidFill>
                <a:schemeClr val="accent2">
                  <a:lumMod val="50000"/>
                </a:schemeClr>
              </a:solidFill>
              <a:latin typeface="Times New Roman" panose="02020603050405020304" pitchFamily="18" charset="0"/>
              <a:ea typeface="Times New Roman" panose="02020603050405020304" pitchFamily="18" charset="0"/>
            </a:endParaRPr>
          </a:p>
          <a:p>
            <a:pPr marL="342900" lvl="0" indent="-342900">
              <a:spcBef>
                <a:spcPts val="600"/>
              </a:spcBef>
              <a:spcAft>
                <a:spcPts val="0"/>
              </a:spcAft>
              <a:buFont typeface="Symbol" panose="05050102010706020507" pitchFamily="18" charset="2"/>
              <a:buChar char=""/>
            </a:pPr>
            <a:r>
              <a:rPr lang="en-US" sz="2000" dirty="0">
                <a:solidFill>
                  <a:schemeClr val="accent2">
                    <a:lumMod val="50000"/>
                  </a:schemeClr>
                </a:solidFill>
                <a:latin typeface="Times New Roman" panose="02020603050405020304" pitchFamily="18" charset="0"/>
                <a:ea typeface="Times New Roman" panose="02020603050405020304" pitchFamily="18" charset="0"/>
              </a:rPr>
              <a:t>question</a:t>
            </a:r>
            <a:endParaRPr lang="en-IN" sz="2000" b="1" dirty="0">
              <a:solidFill>
                <a:schemeClr val="accent2">
                  <a:lumMod val="50000"/>
                </a:schemeClr>
              </a:solidFill>
              <a:latin typeface="Times New Roman" panose="02020603050405020304" pitchFamily="18" charset="0"/>
              <a:ea typeface="Times New Roman" panose="02020603050405020304" pitchFamily="18" charset="0"/>
            </a:endParaRPr>
          </a:p>
          <a:p>
            <a:pPr marL="342900" lvl="0" indent="-342900">
              <a:spcBef>
                <a:spcPts val="600"/>
              </a:spcBef>
              <a:spcAft>
                <a:spcPts val="0"/>
              </a:spcAft>
              <a:buFont typeface="Symbol" panose="05050102010706020507" pitchFamily="18" charset="2"/>
              <a:buChar char=""/>
            </a:pPr>
            <a:r>
              <a:rPr lang="en-US" sz="2000" dirty="0">
                <a:solidFill>
                  <a:schemeClr val="accent2">
                    <a:lumMod val="50000"/>
                  </a:schemeClr>
                </a:solidFill>
                <a:latin typeface="Times New Roman" panose="02020603050405020304" pitchFamily="18" charset="0"/>
                <a:ea typeface="Times New Roman" panose="02020603050405020304" pitchFamily="18" charset="0"/>
              </a:rPr>
              <a:t>state</a:t>
            </a:r>
            <a:endParaRPr lang="en-IN" sz="2000" b="1" dirty="0">
              <a:solidFill>
                <a:schemeClr val="accent2">
                  <a:lumMod val="50000"/>
                </a:schemeClr>
              </a:solidFill>
              <a:latin typeface="Times New Roman" panose="02020603050405020304" pitchFamily="18" charset="0"/>
              <a:ea typeface="Times New Roman" panose="02020603050405020304" pitchFamily="18" charset="0"/>
            </a:endParaRPr>
          </a:p>
          <a:p>
            <a:pPr marL="342900" lvl="0" indent="-342900">
              <a:spcBef>
                <a:spcPts val="600"/>
              </a:spcBef>
              <a:spcAft>
                <a:spcPts val="0"/>
              </a:spcAft>
              <a:buFont typeface="Symbol" panose="05050102010706020507" pitchFamily="18" charset="2"/>
              <a:buChar char=""/>
            </a:pPr>
            <a:r>
              <a:rPr lang="en-US" sz="2000" dirty="0">
                <a:solidFill>
                  <a:schemeClr val="accent2">
                    <a:lumMod val="50000"/>
                  </a:schemeClr>
                </a:solidFill>
                <a:latin typeface="Times New Roman" panose="02020603050405020304" pitchFamily="18" charset="0"/>
                <a:ea typeface="Times New Roman" panose="02020603050405020304" pitchFamily="18" charset="0"/>
              </a:rPr>
              <a:t>test</a:t>
            </a:r>
            <a:endParaRPr lang="en-IN" sz="2000" b="1" dirty="0">
              <a:solidFill>
                <a:schemeClr val="accent2">
                  <a:lumMod val="50000"/>
                </a:schemeClr>
              </a:solidFill>
              <a:latin typeface="Times New Roman" panose="02020603050405020304" pitchFamily="18" charset="0"/>
              <a:ea typeface="Times New Roman" panose="02020603050405020304" pitchFamily="18" charset="0"/>
            </a:endParaRPr>
          </a:p>
          <a:p>
            <a:pPr marL="342900" lvl="0" indent="-342900">
              <a:spcBef>
                <a:spcPts val="600"/>
              </a:spcBef>
              <a:spcAft>
                <a:spcPts val="0"/>
              </a:spcAft>
              <a:buFont typeface="Symbol" panose="05050102010706020507" pitchFamily="18" charset="2"/>
              <a:buChar char=""/>
            </a:pPr>
            <a:r>
              <a:rPr lang="en-US" sz="2000" dirty="0">
                <a:solidFill>
                  <a:schemeClr val="accent2">
                    <a:lumMod val="50000"/>
                  </a:schemeClr>
                </a:solidFill>
                <a:latin typeface="Times New Roman" panose="02020603050405020304" pitchFamily="18" charset="0"/>
                <a:ea typeface="Times New Roman" panose="02020603050405020304" pitchFamily="18" charset="0"/>
              </a:rPr>
              <a:t>user</a:t>
            </a:r>
            <a:endParaRPr lang="en-IN" sz="2000" b="1" dirty="0">
              <a:solidFill>
                <a:schemeClr val="accent2">
                  <a:lumMod val="50000"/>
                </a:schemeClr>
              </a:solidFill>
              <a:latin typeface="Times New Roman" panose="02020603050405020304" pitchFamily="18" charset="0"/>
              <a:ea typeface="Times New Roman" panose="02020603050405020304" pitchFamily="18" charset="0"/>
            </a:endParaRPr>
          </a:p>
          <a:p>
            <a:pPr marL="342900" lvl="0" indent="-342900">
              <a:spcBef>
                <a:spcPts val="600"/>
              </a:spcBef>
              <a:spcAft>
                <a:spcPts val="0"/>
              </a:spcAft>
              <a:buFont typeface="Symbol" panose="05050102010706020507" pitchFamily="18" charset="2"/>
              <a:buChar char=""/>
            </a:pPr>
            <a:r>
              <a:rPr lang="en-US" sz="2000" dirty="0">
                <a:solidFill>
                  <a:schemeClr val="accent2">
                    <a:lumMod val="50000"/>
                  </a:schemeClr>
                </a:solidFill>
                <a:latin typeface="Times New Roman" panose="02020603050405020304" pitchFamily="18" charset="0"/>
                <a:ea typeface="Times New Roman" panose="02020603050405020304" pitchFamily="18" charset="0"/>
              </a:rPr>
              <a:t>vehicle registration</a:t>
            </a:r>
            <a:endParaRPr lang="en-IN" sz="2000" b="1" dirty="0">
              <a:solidFill>
                <a:schemeClr val="accent2">
                  <a:lumMod val="50000"/>
                </a:schemeClr>
              </a:solidFill>
              <a:latin typeface="Times New Roman" panose="02020603050405020304" pitchFamily="18" charset="0"/>
              <a:ea typeface="Times New Roman" panose="02020603050405020304" pitchFamily="18" charset="0"/>
            </a:endParaRPr>
          </a:p>
          <a:p>
            <a:pPr marL="342900" lvl="0" indent="-342900">
              <a:spcBef>
                <a:spcPts val="600"/>
              </a:spcBef>
              <a:spcAft>
                <a:spcPts val="0"/>
              </a:spcAft>
              <a:buFont typeface="Symbol" panose="05050102010706020507" pitchFamily="18" charset="2"/>
              <a:buChar char=""/>
            </a:pPr>
            <a:r>
              <a:rPr lang="en-US" sz="2000" dirty="0">
                <a:solidFill>
                  <a:schemeClr val="accent2">
                    <a:lumMod val="50000"/>
                  </a:schemeClr>
                </a:solidFill>
                <a:latin typeface="Times New Roman" panose="02020603050405020304" pitchFamily="18" charset="0"/>
                <a:ea typeface="Times New Roman" panose="02020603050405020304" pitchFamily="18" charset="0"/>
              </a:rPr>
              <a:t>vehicletype</a:t>
            </a:r>
            <a:endParaRPr lang="en-IN" sz="2000" b="1" dirty="0">
              <a:solidFill>
                <a:schemeClr val="accent2">
                  <a:lumMod val="50000"/>
                </a:schemeClr>
              </a:solidFill>
              <a:latin typeface="Times New Roman" panose="02020603050405020304" pitchFamily="18" charset="0"/>
              <a:ea typeface="Times New Roman" panose="02020603050405020304" pitchFamily="18" charset="0"/>
            </a:endParaRPr>
          </a:p>
          <a:p>
            <a:pPr>
              <a:spcAft>
                <a:spcPts val="0"/>
              </a:spcAft>
            </a:pPr>
            <a:r>
              <a:rPr lang="en-US" dirty="0">
                <a:solidFill>
                  <a:schemeClr val="accent2">
                    <a:lumMod val="50000"/>
                  </a:schemeClr>
                </a:solidFill>
                <a:latin typeface="Times New Roman" panose="02020603050405020304" pitchFamily="18" charset="0"/>
                <a:ea typeface="Times New Roman" panose="02020603050405020304" pitchFamily="18" charset="0"/>
              </a:rPr>
              <a:t> </a:t>
            </a:r>
            <a:endParaRPr lang="en-IN" dirty="0">
              <a:solidFill>
                <a:schemeClr val="accent2">
                  <a:lumMod val="50000"/>
                </a:schemeClr>
              </a:solidFill>
              <a:latin typeface="Times New Roman" panose="02020603050405020304" pitchFamily="18" charset="0"/>
              <a:ea typeface="Times New Roman" panose="02020603050405020304" pitchFamily="18" charset="0"/>
            </a:endParaRPr>
          </a:p>
          <a:p>
            <a:pPr algn="just">
              <a:lnSpc>
                <a:spcPct val="150000"/>
              </a:lnSpc>
              <a:spcAft>
                <a:spcPts val="0"/>
              </a:spcAft>
            </a:pPr>
            <a:r>
              <a:rPr lang="en-US" dirty="0">
                <a:solidFill>
                  <a:schemeClr val="accent2">
                    <a:lumMod val="50000"/>
                  </a:schemeClr>
                </a:solidFill>
                <a:latin typeface="Times New Roman" panose="02020603050405020304" pitchFamily="18" charset="0"/>
                <a:ea typeface="Times New Roman" panose="02020603050405020304" pitchFamily="18" charset="0"/>
              </a:rPr>
              <a:t> </a:t>
            </a:r>
            <a:endParaRPr lang="en-IN" dirty="0">
              <a:solidFill>
                <a:schemeClr val="accent2">
                  <a:lumMod val="50000"/>
                </a:schemeClr>
              </a:solidFill>
              <a:latin typeface="Times New Roman" panose="02020603050405020304" pitchFamily="18" charset="0"/>
              <a:ea typeface="Times New Roman" panose="02020603050405020304" pitchFamily="18" charset="0"/>
            </a:endParaRPr>
          </a:p>
        </p:txBody>
      </p:sp>
      <p:sp>
        <p:nvSpPr>
          <p:cNvPr id="4" name="Rectangle 3">
            <a:extLst>
              <a:ext uri="{FF2B5EF4-FFF2-40B4-BE49-F238E27FC236}">
                <a16:creationId xmlns:a16="http://schemas.microsoft.com/office/drawing/2014/main" id="{7C016D53-E95C-49FE-B319-28349A35575D}"/>
              </a:ext>
            </a:extLst>
          </p:cNvPr>
          <p:cNvSpPr/>
          <p:nvPr/>
        </p:nvSpPr>
        <p:spPr>
          <a:xfrm>
            <a:off x="742120" y="5321392"/>
            <a:ext cx="10510634" cy="523220"/>
          </a:xfrm>
          <a:prstGeom prst="rect">
            <a:avLst/>
          </a:prstGeom>
        </p:spPr>
        <p:txBody>
          <a:bodyPr wrap="none">
            <a:spAutoFit/>
          </a:bodyPr>
          <a:lstStyle/>
          <a:p>
            <a:r>
              <a:rPr lang="en-US" sz="2800" b="1" dirty="0">
                <a:solidFill>
                  <a:schemeClr val="tx2"/>
                </a:solidFill>
                <a:latin typeface="Times New Roman" panose="02020603050405020304" pitchFamily="18" charset="0"/>
                <a:ea typeface="Times New Roman" panose="02020603050405020304" pitchFamily="18" charset="0"/>
              </a:rPr>
              <a:t>3.3 Each entity can be described as follows along with its Attributes:</a:t>
            </a:r>
            <a:endParaRPr lang="en-IN" sz="2800" b="1" dirty="0">
              <a:solidFill>
                <a:schemeClr val="tx2"/>
              </a:solidFill>
            </a:endParaRPr>
          </a:p>
        </p:txBody>
      </p:sp>
      <p:pic>
        <p:nvPicPr>
          <p:cNvPr id="5" name="Picture 4">
            <a:extLst>
              <a:ext uri="{FF2B5EF4-FFF2-40B4-BE49-F238E27FC236}">
                <a16:creationId xmlns:a16="http://schemas.microsoft.com/office/drawing/2014/main" id="{1D377017-7C1D-4750-AEE3-23963CCD50AF}"/>
              </a:ext>
            </a:extLst>
          </p:cNvPr>
          <p:cNvPicPr/>
          <p:nvPr/>
        </p:nvPicPr>
        <p:blipFill>
          <a:blip r:embed="rId2"/>
          <a:stretch>
            <a:fillRect/>
          </a:stretch>
        </p:blipFill>
        <p:spPr>
          <a:xfrm>
            <a:off x="7089375" y="2276475"/>
            <a:ext cx="1019175" cy="115252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6314629"/>
      </p:ext>
    </p:extLst>
  </p:cSld>
  <p:clrMapOvr>
    <a:masterClrMapping/>
  </p:clrMapOvr>
  <p:transition spd="slow">
    <p:randomBar dir="ver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220481F-CCF1-477F-885D-A175027E0964}"/>
              </a:ext>
            </a:extLst>
          </p:cNvPr>
          <p:cNvSpPr>
            <a:spLocks noGrp="1"/>
          </p:cNvSpPr>
          <p:nvPr>
            <p:ph type="sldNum" sz="quarter" idx="12"/>
          </p:nvPr>
        </p:nvSpPr>
        <p:spPr>
          <a:xfrm>
            <a:off x="11197385" y="6273374"/>
            <a:ext cx="683339" cy="365125"/>
          </a:xfrm>
        </p:spPr>
        <p:txBody>
          <a:bodyPr/>
          <a:lstStyle/>
          <a:p>
            <a:r>
              <a:rPr lang="en-IN" b="1" dirty="0">
                <a:solidFill>
                  <a:schemeClr val="tx1"/>
                </a:solidFill>
                <a:latin typeface="Times New Roman" panose="02020603050405020304" pitchFamily="18" charset="0"/>
                <a:cs typeface="Times New Roman" panose="02020603050405020304" pitchFamily="18" charset="0"/>
              </a:rPr>
              <a:t>PG NO: </a:t>
            </a:r>
            <a:fld id="{B54A08B0-5A9A-4946-919B-A6856108856E}" type="slidenum">
              <a:rPr lang="en-IN" smtClean="0">
                <a:solidFill>
                  <a:schemeClr val="tx1"/>
                </a:solidFill>
              </a:rPr>
              <a:t>28</a:t>
            </a:fld>
            <a:endParaRPr lang="en-IN" dirty="0">
              <a:solidFill>
                <a:schemeClr val="tx1"/>
              </a:solidFill>
            </a:endParaRPr>
          </a:p>
        </p:txBody>
      </p:sp>
      <p:graphicFrame>
        <p:nvGraphicFramePr>
          <p:cNvPr id="7" name="Table 6">
            <a:extLst>
              <a:ext uri="{FF2B5EF4-FFF2-40B4-BE49-F238E27FC236}">
                <a16:creationId xmlns:a16="http://schemas.microsoft.com/office/drawing/2014/main" id="{C4BCCDA3-D86E-4ADD-B824-B2BC33A843DC}"/>
              </a:ext>
            </a:extLst>
          </p:cNvPr>
          <p:cNvGraphicFramePr>
            <a:graphicFrameLocks noGrp="1"/>
          </p:cNvGraphicFramePr>
          <p:nvPr/>
        </p:nvGraphicFramePr>
        <p:xfrm>
          <a:off x="584821" y="703028"/>
          <a:ext cx="5840730" cy="2377440"/>
        </p:xfrm>
        <a:graphic>
          <a:graphicData uri="http://schemas.openxmlformats.org/drawingml/2006/table">
            <a:tbl>
              <a:tblPr firstRow="1" firstCol="1" bandRow="1">
                <a:tableStyleId>{5C22544A-7EE6-4342-B048-85BDC9FD1C3A}</a:tableStyleId>
              </a:tblPr>
              <a:tblGrid>
                <a:gridCol w="1383030">
                  <a:extLst>
                    <a:ext uri="{9D8B030D-6E8A-4147-A177-3AD203B41FA5}">
                      <a16:colId xmlns:a16="http://schemas.microsoft.com/office/drawing/2014/main" val="2700854238"/>
                    </a:ext>
                  </a:extLst>
                </a:gridCol>
                <a:gridCol w="857250">
                  <a:extLst>
                    <a:ext uri="{9D8B030D-6E8A-4147-A177-3AD203B41FA5}">
                      <a16:colId xmlns:a16="http://schemas.microsoft.com/office/drawing/2014/main" val="3956168843"/>
                    </a:ext>
                  </a:extLst>
                </a:gridCol>
                <a:gridCol w="1085850">
                  <a:extLst>
                    <a:ext uri="{9D8B030D-6E8A-4147-A177-3AD203B41FA5}">
                      <a16:colId xmlns:a16="http://schemas.microsoft.com/office/drawing/2014/main" val="2580507925"/>
                    </a:ext>
                  </a:extLst>
                </a:gridCol>
                <a:gridCol w="2514600">
                  <a:extLst>
                    <a:ext uri="{9D8B030D-6E8A-4147-A177-3AD203B41FA5}">
                      <a16:colId xmlns:a16="http://schemas.microsoft.com/office/drawing/2014/main" val="276565371"/>
                    </a:ext>
                  </a:extLst>
                </a:gridCol>
              </a:tblGrid>
              <a:tr h="0">
                <a:tc>
                  <a:txBody>
                    <a:bodyPr/>
                    <a:lstStyle/>
                    <a:p>
                      <a:pPr algn="ctr">
                        <a:spcAft>
                          <a:spcPts val="0"/>
                        </a:spcAft>
                      </a:pPr>
                      <a:r>
                        <a:rPr lang="en-US" sz="1200">
                          <a:effectLst/>
                        </a:rPr>
                        <a:t>Column</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Data Type</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Index</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Description</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598680822"/>
                  </a:ext>
                </a:extLst>
              </a:tr>
              <a:tr h="0">
                <a:tc>
                  <a:txBody>
                    <a:bodyPr/>
                    <a:lstStyle/>
                    <a:p>
                      <a:pPr>
                        <a:spcAft>
                          <a:spcPts val="0"/>
                        </a:spcAft>
                      </a:pPr>
                      <a:r>
                        <a:rPr lang="en-US" sz="1200">
                          <a:effectLst/>
                        </a:rPr>
                        <a:t>branchid</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int(10)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Primary key</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Branch ID</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366567602"/>
                  </a:ext>
                </a:extLst>
              </a:tr>
              <a:tr h="0">
                <a:tc>
                  <a:txBody>
                    <a:bodyPr/>
                    <a:lstStyle/>
                    <a:p>
                      <a:pPr>
                        <a:spcAft>
                          <a:spcPts val="0"/>
                        </a:spcAft>
                      </a:pPr>
                      <a:r>
                        <a:rPr lang="en-US" sz="1200">
                          <a:effectLst/>
                        </a:rPr>
                        <a:t>branchname</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dirty="0">
                          <a:effectLst/>
                        </a:rPr>
                        <a:t>varchar(25)</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Not null</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Branch name</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969984798"/>
                  </a:ext>
                </a:extLst>
              </a:tr>
              <a:tr h="0">
                <a:tc>
                  <a:txBody>
                    <a:bodyPr/>
                    <a:lstStyle/>
                    <a:p>
                      <a:pPr>
                        <a:spcAft>
                          <a:spcPts val="0"/>
                        </a:spcAft>
                      </a:pPr>
                      <a:r>
                        <a:rPr lang="en-US" sz="1200">
                          <a:effectLst/>
                        </a:rPr>
                        <a:t>branchaddress</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Text</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Not null</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Branch address</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213157799"/>
                  </a:ext>
                </a:extLst>
              </a:tr>
              <a:tr h="0">
                <a:tc>
                  <a:txBody>
                    <a:bodyPr/>
                    <a:lstStyle/>
                    <a:p>
                      <a:pPr>
                        <a:spcAft>
                          <a:spcPts val="0"/>
                        </a:spcAft>
                      </a:pPr>
                      <a:r>
                        <a:rPr lang="en-US" sz="1200">
                          <a:effectLst/>
                        </a:rPr>
                        <a:t>city</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varchar(15)</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Not null</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City</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907905506"/>
                  </a:ext>
                </a:extLst>
              </a:tr>
              <a:tr h="0">
                <a:tc>
                  <a:txBody>
                    <a:bodyPr/>
                    <a:lstStyle/>
                    <a:p>
                      <a:pPr>
                        <a:spcAft>
                          <a:spcPts val="0"/>
                        </a:spcAft>
                      </a:pPr>
                      <a:r>
                        <a:rPr lang="en-US" sz="1200">
                          <a:effectLst/>
                        </a:rPr>
                        <a:t>pin</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varchar(10)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Not null</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PIN code</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870104951"/>
                  </a:ext>
                </a:extLst>
              </a:tr>
              <a:tr h="0">
                <a:tc>
                  <a:txBody>
                    <a:bodyPr/>
                    <a:lstStyle/>
                    <a:p>
                      <a:pPr>
                        <a:spcAft>
                          <a:spcPts val="0"/>
                        </a:spcAft>
                      </a:pPr>
                      <a:r>
                        <a:rPr lang="en-US" sz="1200">
                          <a:effectLst/>
                        </a:rPr>
                        <a:t>state</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varchar(25)</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Not null</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State </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330489160"/>
                  </a:ext>
                </a:extLst>
              </a:tr>
              <a:tr h="0">
                <a:tc>
                  <a:txBody>
                    <a:bodyPr/>
                    <a:lstStyle/>
                    <a:p>
                      <a:pPr>
                        <a:spcAft>
                          <a:spcPts val="0"/>
                        </a:spcAft>
                      </a:pPr>
                      <a:r>
                        <a:rPr lang="en-US" sz="1200">
                          <a:effectLst/>
                        </a:rPr>
                        <a:t>status</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varchar(10)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Not null</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dirty="0">
                          <a:effectLst/>
                        </a:rPr>
                        <a:t>Branch status</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643585395"/>
                  </a:ext>
                </a:extLst>
              </a:tr>
            </a:tbl>
          </a:graphicData>
        </a:graphic>
      </p:graphicFrame>
      <p:sp>
        <p:nvSpPr>
          <p:cNvPr id="8" name="Rectangle 2">
            <a:extLst>
              <a:ext uri="{FF2B5EF4-FFF2-40B4-BE49-F238E27FC236}">
                <a16:creationId xmlns:a16="http://schemas.microsoft.com/office/drawing/2014/main" id="{2BA27F33-EDBC-44D0-8145-AFAF6622396E}"/>
              </a:ext>
            </a:extLst>
          </p:cNvPr>
          <p:cNvSpPr>
            <a:spLocks noChangeArrowheads="1"/>
          </p:cNvSpPr>
          <p:nvPr/>
        </p:nvSpPr>
        <p:spPr bwMode="auto">
          <a:xfrm>
            <a:off x="584821" y="220354"/>
            <a:ext cx="2604944"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Table Name: branch</a:t>
            </a:r>
            <a:endParaRPr kumimoji="0" lang="en-US" altLang="en-US" sz="20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graphicFrame>
        <p:nvGraphicFramePr>
          <p:cNvPr id="9" name="Table 8">
            <a:extLst>
              <a:ext uri="{FF2B5EF4-FFF2-40B4-BE49-F238E27FC236}">
                <a16:creationId xmlns:a16="http://schemas.microsoft.com/office/drawing/2014/main" id="{A5A828C3-4E44-44F7-BA87-3B0994B2253F}"/>
              </a:ext>
            </a:extLst>
          </p:cNvPr>
          <p:cNvGraphicFramePr>
            <a:graphicFrameLocks noGrp="1"/>
          </p:cNvGraphicFramePr>
          <p:nvPr/>
        </p:nvGraphicFramePr>
        <p:xfrm>
          <a:off x="584821" y="3777533"/>
          <a:ext cx="5840731" cy="1828800"/>
        </p:xfrm>
        <a:graphic>
          <a:graphicData uri="http://schemas.openxmlformats.org/drawingml/2006/table">
            <a:tbl>
              <a:tblPr firstRow="1" firstCol="1" bandRow="1">
                <a:tableStyleId>{5C22544A-7EE6-4342-B048-85BDC9FD1C3A}</a:tableStyleId>
              </a:tblPr>
              <a:tblGrid>
                <a:gridCol w="1385036">
                  <a:extLst>
                    <a:ext uri="{9D8B030D-6E8A-4147-A177-3AD203B41FA5}">
                      <a16:colId xmlns:a16="http://schemas.microsoft.com/office/drawing/2014/main" val="3111767300"/>
                    </a:ext>
                  </a:extLst>
                </a:gridCol>
                <a:gridCol w="873907">
                  <a:extLst>
                    <a:ext uri="{9D8B030D-6E8A-4147-A177-3AD203B41FA5}">
                      <a16:colId xmlns:a16="http://schemas.microsoft.com/office/drawing/2014/main" val="147850889"/>
                    </a:ext>
                  </a:extLst>
                </a:gridCol>
                <a:gridCol w="1087687">
                  <a:extLst>
                    <a:ext uri="{9D8B030D-6E8A-4147-A177-3AD203B41FA5}">
                      <a16:colId xmlns:a16="http://schemas.microsoft.com/office/drawing/2014/main" val="2660186622"/>
                    </a:ext>
                  </a:extLst>
                </a:gridCol>
                <a:gridCol w="2494101">
                  <a:extLst>
                    <a:ext uri="{9D8B030D-6E8A-4147-A177-3AD203B41FA5}">
                      <a16:colId xmlns:a16="http://schemas.microsoft.com/office/drawing/2014/main" val="4050277701"/>
                    </a:ext>
                  </a:extLst>
                </a:gridCol>
              </a:tblGrid>
              <a:tr h="0">
                <a:tc>
                  <a:txBody>
                    <a:bodyPr/>
                    <a:lstStyle/>
                    <a:p>
                      <a:pPr algn="ctr">
                        <a:spcAft>
                          <a:spcPts val="0"/>
                        </a:spcAft>
                      </a:pPr>
                      <a:r>
                        <a:rPr lang="en-US" sz="1200">
                          <a:effectLst/>
                        </a:rPr>
                        <a:t>Column</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Data Type</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Index</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Description</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64756778"/>
                  </a:ext>
                </a:extLst>
              </a:tr>
              <a:tr h="0">
                <a:tc>
                  <a:txBody>
                    <a:bodyPr/>
                    <a:lstStyle/>
                    <a:p>
                      <a:pPr>
                        <a:spcAft>
                          <a:spcPts val="0"/>
                        </a:spcAft>
                      </a:pPr>
                      <a:r>
                        <a:rPr lang="en-US" sz="1200">
                          <a:effectLst/>
                        </a:rPr>
                        <a:t>cityid</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int(10)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Primary key</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City ID</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293011803"/>
                  </a:ext>
                </a:extLst>
              </a:tr>
              <a:tr h="0">
                <a:tc>
                  <a:txBody>
                    <a:bodyPr/>
                    <a:lstStyle/>
                    <a:p>
                      <a:pPr>
                        <a:spcAft>
                          <a:spcPts val="0"/>
                        </a:spcAft>
                      </a:pPr>
                      <a:r>
                        <a:rPr lang="en-US" sz="1200">
                          <a:effectLst/>
                        </a:rPr>
                        <a:t>city</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varchar(50)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Foreign key</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City</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267701269"/>
                  </a:ext>
                </a:extLst>
              </a:tr>
              <a:tr h="0">
                <a:tc>
                  <a:txBody>
                    <a:bodyPr/>
                    <a:lstStyle/>
                    <a:p>
                      <a:pPr>
                        <a:spcAft>
                          <a:spcPts val="0"/>
                        </a:spcAft>
                      </a:pPr>
                      <a:r>
                        <a:rPr lang="en-US" sz="1200" dirty="0" err="1">
                          <a:effectLst/>
                        </a:rPr>
                        <a:t>stateid</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int(10)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Foreign key</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State ID</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834370551"/>
                  </a:ext>
                </a:extLst>
              </a:tr>
              <a:tr h="0">
                <a:tc>
                  <a:txBody>
                    <a:bodyPr/>
                    <a:lstStyle/>
                    <a:p>
                      <a:pPr>
                        <a:spcAft>
                          <a:spcPts val="0"/>
                        </a:spcAft>
                      </a:pPr>
                      <a:r>
                        <a:rPr lang="en-US" sz="1200">
                          <a:effectLst/>
                        </a:rPr>
                        <a:t>citycode</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varchar(10)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Not null</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City Code</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205941662"/>
                  </a:ext>
                </a:extLst>
              </a:tr>
              <a:tr h="0">
                <a:tc>
                  <a:txBody>
                    <a:bodyPr/>
                    <a:lstStyle/>
                    <a:p>
                      <a:pPr>
                        <a:spcAft>
                          <a:spcPts val="0"/>
                        </a:spcAft>
                      </a:pPr>
                      <a:r>
                        <a:rPr lang="en-US" sz="1200">
                          <a:effectLst/>
                        </a:rPr>
                        <a:t>discription</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Text</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Not null</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Discription</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598355694"/>
                  </a:ext>
                </a:extLst>
              </a:tr>
              <a:tr h="0">
                <a:tc>
                  <a:txBody>
                    <a:bodyPr/>
                    <a:lstStyle/>
                    <a:p>
                      <a:pPr>
                        <a:spcAft>
                          <a:spcPts val="0"/>
                        </a:spcAft>
                      </a:pPr>
                      <a:r>
                        <a:rPr lang="en-US" sz="1200">
                          <a:effectLst/>
                        </a:rPr>
                        <a:t>status</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varchar(10)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Not null</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dirty="0">
                          <a:effectLst/>
                        </a:rPr>
                        <a:t>Status</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845600771"/>
                  </a:ext>
                </a:extLst>
              </a:tr>
            </a:tbl>
          </a:graphicData>
        </a:graphic>
      </p:graphicFrame>
      <p:sp>
        <p:nvSpPr>
          <p:cNvPr id="10" name="Rectangle 3">
            <a:extLst>
              <a:ext uri="{FF2B5EF4-FFF2-40B4-BE49-F238E27FC236}">
                <a16:creationId xmlns:a16="http://schemas.microsoft.com/office/drawing/2014/main" id="{5112D56E-A99F-41C8-96AE-E6239FC2E922}"/>
              </a:ext>
            </a:extLst>
          </p:cNvPr>
          <p:cNvSpPr>
            <a:spLocks noChangeArrowheads="1"/>
          </p:cNvSpPr>
          <p:nvPr/>
        </p:nvSpPr>
        <p:spPr bwMode="auto">
          <a:xfrm>
            <a:off x="584821" y="3246535"/>
            <a:ext cx="2290755"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Table Name: city</a:t>
            </a:r>
            <a:endParaRPr kumimoji="0" lang="en-US" altLang="en-US" sz="20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BF0E1F8A-8E5E-4648-9BE7-74E9A14DADDC}"/>
              </a:ext>
            </a:extLst>
          </p:cNvPr>
          <p:cNvPicPr/>
          <p:nvPr/>
        </p:nvPicPr>
        <p:blipFill>
          <a:blip r:embed="rId2"/>
          <a:stretch>
            <a:fillRect/>
          </a:stretch>
        </p:blipFill>
        <p:spPr>
          <a:xfrm>
            <a:off x="7830793" y="2508968"/>
            <a:ext cx="1009650" cy="11430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4080708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AD08DEC-8BE9-4C51-A90D-999F793EAC0C}"/>
              </a:ext>
            </a:extLst>
          </p:cNvPr>
          <p:cNvSpPr>
            <a:spLocks noGrp="1"/>
          </p:cNvSpPr>
          <p:nvPr>
            <p:ph type="sldNum" sz="quarter" idx="12"/>
          </p:nvPr>
        </p:nvSpPr>
        <p:spPr>
          <a:xfrm>
            <a:off x="11347511" y="6246079"/>
            <a:ext cx="683339" cy="365125"/>
          </a:xfrm>
        </p:spPr>
        <p:txBody>
          <a:bodyPr/>
          <a:lstStyle/>
          <a:p>
            <a:r>
              <a:rPr lang="en-IN" b="1" dirty="0">
                <a:solidFill>
                  <a:schemeClr val="tx1"/>
                </a:solidFill>
                <a:latin typeface="Times New Roman" panose="02020603050405020304" pitchFamily="18" charset="0"/>
                <a:cs typeface="Times New Roman" panose="02020603050405020304" pitchFamily="18" charset="0"/>
              </a:rPr>
              <a:t>PG NO: </a:t>
            </a:r>
            <a:fld id="{B54A08B0-5A9A-4946-919B-A6856108856E}" type="slidenum">
              <a:rPr lang="en-IN" smtClean="0">
                <a:solidFill>
                  <a:schemeClr val="tx1"/>
                </a:solidFill>
              </a:rPr>
              <a:t>29</a:t>
            </a:fld>
            <a:endParaRPr lang="en-IN" dirty="0">
              <a:solidFill>
                <a:schemeClr val="tx1"/>
              </a:solidFill>
            </a:endParaRPr>
          </a:p>
        </p:txBody>
      </p:sp>
      <p:graphicFrame>
        <p:nvGraphicFramePr>
          <p:cNvPr id="8" name="Table 7">
            <a:extLst>
              <a:ext uri="{FF2B5EF4-FFF2-40B4-BE49-F238E27FC236}">
                <a16:creationId xmlns:a16="http://schemas.microsoft.com/office/drawing/2014/main" id="{198C9539-7C36-45E6-ACC4-CEEFBCBFD8E4}"/>
              </a:ext>
            </a:extLst>
          </p:cNvPr>
          <p:cNvGraphicFramePr>
            <a:graphicFrameLocks noGrp="1"/>
          </p:cNvGraphicFramePr>
          <p:nvPr/>
        </p:nvGraphicFramePr>
        <p:xfrm>
          <a:off x="588963" y="774679"/>
          <a:ext cx="5725160" cy="1828800"/>
        </p:xfrm>
        <a:graphic>
          <a:graphicData uri="http://schemas.openxmlformats.org/drawingml/2006/table">
            <a:tbl>
              <a:tblPr firstRow="1" firstCol="1" bandRow="1">
                <a:tableStyleId>{5C22544A-7EE6-4342-B048-85BDC9FD1C3A}</a:tableStyleId>
              </a:tblPr>
              <a:tblGrid>
                <a:gridCol w="1338580">
                  <a:extLst>
                    <a:ext uri="{9D8B030D-6E8A-4147-A177-3AD203B41FA5}">
                      <a16:colId xmlns:a16="http://schemas.microsoft.com/office/drawing/2014/main" val="3937980736"/>
                    </a:ext>
                  </a:extLst>
                </a:gridCol>
                <a:gridCol w="924560">
                  <a:extLst>
                    <a:ext uri="{9D8B030D-6E8A-4147-A177-3AD203B41FA5}">
                      <a16:colId xmlns:a16="http://schemas.microsoft.com/office/drawing/2014/main" val="719753311"/>
                    </a:ext>
                  </a:extLst>
                </a:gridCol>
                <a:gridCol w="1055370">
                  <a:extLst>
                    <a:ext uri="{9D8B030D-6E8A-4147-A177-3AD203B41FA5}">
                      <a16:colId xmlns:a16="http://schemas.microsoft.com/office/drawing/2014/main" val="3613291390"/>
                    </a:ext>
                  </a:extLst>
                </a:gridCol>
                <a:gridCol w="2406650">
                  <a:extLst>
                    <a:ext uri="{9D8B030D-6E8A-4147-A177-3AD203B41FA5}">
                      <a16:colId xmlns:a16="http://schemas.microsoft.com/office/drawing/2014/main" val="1399448496"/>
                    </a:ext>
                  </a:extLst>
                </a:gridCol>
              </a:tblGrid>
              <a:tr h="0">
                <a:tc>
                  <a:txBody>
                    <a:bodyPr/>
                    <a:lstStyle/>
                    <a:p>
                      <a:pPr algn="ctr">
                        <a:spcAft>
                          <a:spcPts val="0"/>
                        </a:spcAft>
                      </a:pPr>
                      <a:r>
                        <a:rPr lang="en-US" sz="1200">
                          <a:effectLst/>
                        </a:rPr>
                        <a:t>Column</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Data Type</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Index</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Description</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20649833"/>
                  </a:ext>
                </a:extLst>
              </a:tr>
              <a:tr h="0">
                <a:tc>
                  <a:txBody>
                    <a:bodyPr/>
                    <a:lstStyle/>
                    <a:p>
                      <a:pPr>
                        <a:spcAft>
                          <a:spcPts val="0"/>
                        </a:spcAft>
                      </a:pPr>
                      <a:r>
                        <a:rPr lang="en-US" sz="1200">
                          <a:effectLst/>
                        </a:rPr>
                        <a:t>Empid</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int(10)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Primary key</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Emp ID</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564043394"/>
                  </a:ext>
                </a:extLst>
              </a:tr>
              <a:tr h="0">
                <a:tc>
                  <a:txBody>
                    <a:bodyPr/>
                    <a:lstStyle/>
                    <a:p>
                      <a:pPr>
                        <a:spcAft>
                          <a:spcPts val="0"/>
                        </a:spcAft>
                      </a:pPr>
                      <a:r>
                        <a:rPr lang="en-US" sz="1200">
                          <a:effectLst/>
                        </a:rPr>
                        <a:t>Emptype</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varchar(20)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Not null</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Emp Type</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249953778"/>
                  </a:ext>
                </a:extLst>
              </a:tr>
              <a:tr h="0">
                <a:tc>
                  <a:txBody>
                    <a:bodyPr/>
                    <a:lstStyle/>
                    <a:p>
                      <a:pPr>
                        <a:spcAft>
                          <a:spcPts val="0"/>
                        </a:spcAft>
                      </a:pPr>
                      <a:r>
                        <a:rPr lang="en-US" sz="1200" dirty="0">
                          <a:effectLst/>
                        </a:rPr>
                        <a:t>Branched</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int(10)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Foreign key</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Branch ID</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249497315"/>
                  </a:ext>
                </a:extLst>
              </a:tr>
              <a:tr h="0">
                <a:tc>
                  <a:txBody>
                    <a:bodyPr/>
                    <a:lstStyle/>
                    <a:p>
                      <a:pPr>
                        <a:spcAft>
                          <a:spcPts val="0"/>
                        </a:spcAft>
                      </a:pPr>
                      <a:r>
                        <a:rPr lang="en-US" sz="1200">
                          <a:effectLst/>
                        </a:rPr>
                        <a:t>Empname</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varchar(25)</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Not null</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Emp Name</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470323602"/>
                  </a:ext>
                </a:extLst>
              </a:tr>
              <a:tr h="0">
                <a:tc>
                  <a:txBody>
                    <a:bodyPr/>
                    <a:lstStyle/>
                    <a:p>
                      <a:pPr>
                        <a:spcAft>
                          <a:spcPts val="0"/>
                        </a:spcAft>
                      </a:pPr>
                      <a:r>
                        <a:rPr lang="en-US" sz="1200">
                          <a:effectLst/>
                        </a:rPr>
                        <a:t>Loginid</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varchar(100)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Not null</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Login ID</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477364244"/>
                  </a:ext>
                </a:extLst>
              </a:tr>
              <a:tr h="0">
                <a:tc>
                  <a:txBody>
                    <a:bodyPr/>
                    <a:lstStyle/>
                    <a:p>
                      <a:pPr>
                        <a:spcAft>
                          <a:spcPts val="0"/>
                        </a:spcAft>
                      </a:pPr>
                      <a:r>
                        <a:rPr lang="en-US" sz="1200">
                          <a:effectLst/>
                        </a:rPr>
                        <a:t>Password</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varchar(100)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Not null</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dirty="0">
                          <a:effectLst/>
                        </a:rPr>
                        <a:t>Password</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070013661"/>
                  </a:ext>
                </a:extLst>
              </a:tr>
              <a:tr h="0">
                <a:tc>
                  <a:txBody>
                    <a:bodyPr/>
                    <a:lstStyle/>
                    <a:p>
                      <a:pPr>
                        <a:spcAft>
                          <a:spcPts val="0"/>
                        </a:spcAft>
                      </a:pPr>
                      <a:r>
                        <a:rPr lang="en-US" sz="1200">
                          <a:effectLst/>
                        </a:rPr>
                        <a:t>Status</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varchar(10)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Not null</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dirty="0">
                          <a:effectLst/>
                        </a:rPr>
                        <a:t>Status</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227029618"/>
                  </a:ext>
                </a:extLst>
              </a:tr>
            </a:tbl>
          </a:graphicData>
        </a:graphic>
      </p:graphicFrame>
      <p:sp>
        <p:nvSpPr>
          <p:cNvPr id="9" name="Rectangle 1">
            <a:extLst>
              <a:ext uri="{FF2B5EF4-FFF2-40B4-BE49-F238E27FC236}">
                <a16:creationId xmlns:a16="http://schemas.microsoft.com/office/drawing/2014/main" id="{54E75245-9968-4228-807C-65F0F96061A7}"/>
              </a:ext>
            </a:extLst>
          </p:cNvPr>
          <p:cNvSpPr>
            <a:spLocks noChangeArrowheads="1"/>
          </p:cNvSpPr>
          <p:nvPr/>
        </p:nvSpPr>
        <p:spPr bwMode="auto">
          <a:xfrm>
            <a:off x="588963" y="270102"/>
            <a:ext cx="2903102"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Table </a:t>
            </a: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Name: employee</a:t>
            </a:r>
            <a:endParaRPr kumimoji="0" lang="en-US" altLang="en-US" sz="20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graphicFrame>
        <p:nvGraphicFramePr>
          <p:cNvPr id="10" name="Table 9">
            <a:extLst>
              <a:ext uri="{FF2B5EF4-FFF2-40B4-BE49-F238E27FC236}">
                <a16:creationId xmlns:a16="http://schemas.microsoft.com/office/drawing/2014/main" id="{6C161E1A-EA53-4867-976E-8C3BFB9F7C48}"/>
              </a:ext>
            </a:extLst>
          </p:cNvPr>
          <p:cNvGraphicFramePr>
            <a:graphicFrameLocks noGrp="1"/>
          </p:cNvGraphicFramePr>
          <p:nvPr/>
        </p:nvGraphicFramePr>
        <p:xfrm>
          <a:off x="588963" y="3400444"/>
          <a:ext cx="5725160" cy="2377440"/>
        </p:xfrm>
        <a:graphic>
          <a:graphicData uri="http://schemas.openxmlformats.org/drawingml/2006/table">
            <a:tbl>
              <a:tblPr firstRow="1" firstCol="1" bandRow="1">
                <a:tableStyleId>{5C22544A-7EE6-4342-B048-85BDC9FD1C3A}</a:tableStyleId>
              </a:tblPr>
              <a:tblGrid>
                <a:gridCol w="1355664">
                  <a:extLst>
                    <a:ext uri="{9D8B030D-6E8A-4147-A177-3AD203B41FA5}">
                      <a16:colId xmlns:a16="http://schemas.microsoft.com/office/drawing/2014/main" val="1430726185"/>
                    </a:ext>
                  </a:extLst>
                </a:gridCol>
                <a:gridCol w="840288">
                  <a:extLst>
                    <a:ext uri="{9D8B030D-6E8A-4147-A177-3AD203B41FA5}">
                      <a16:colId xmlns:a16="http://schemas.microsoft.com/office/drawing/2014/main" val="2371723263"/>
                    </a:ext>
                  </a:extLst>
                </a:gridCol>
                <a:gridCol w="1064364">
                  <a:extLst>
                    <a:ext uri="{9D8B030D-6E8A-4147-A177-3AD203B41FA5}">
                      <a16:colId xmlns:a16="http://schemas.microsoft.com/office/drawing/2014/main" val="590323416"/>
                    </a:ext>
                  </a:extLst>
                </a:gridCol>
                <a:gridCol w="2464844">
                  <a:extLst>
                    <a:ext uri="{9D8B030D-6E8A-4147-A177-3AD203B41FA5}">
                      <a16:colId xmlns:a16="http://schemas.microsoft.com/office/drawing/2014/main" val="843123167"/>
                    </a:ext>
                  </a:extLst>
                </a:gridCol>
              </a:tblGrid>
              <a:tr h="0">
                <a:tc>
                  <a:txBody>
                    <a:bodyPr/>
                    <a:lstStyle/>
                    <a:p>
                      <a:pPr algn="ctr">
                        <a:spcAft>
                          <a:spcPts val="0"/>
                        </a:spcAft>
                      </a:pPr>
                      <a:r>
                        <a:rPr lang="en-US" sz="1200">
                          <a:effectLst/>
                        </a:rPr>
                        <a:t>Column</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Data Type</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Index</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Description</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482094343"/>
                  </a:ext>
                </a:extLst>
              </a:tr>
              <a:tr h="0">
                <a:tc>
                  <a:txBody>
                    <a:bodyPr/>
                    <a:lstStyle/>
                    <a:p>
                      <a:pPr>
                        <a:spcAft>
                          <a:spcPts val="0"/>
                        </a:spcAft>
                      </a:pPr>
                      <a:r>
                        <a:rPr lang="en-US" sz="1200">
                          <a:effectLst/>
                        </a:rPr>
                        <a:t>Paymentid</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int(10)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Primary key</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Payment ID</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643256305"/>
                  </a:ext>
                </a:extLst>
              </a:tr>
              <a:tr h="0">
                <a:tc>
                  <a:txBody>
                    <a:bodyPr/>
                    <a:lstStyle/>
                    <a:p>
                      <a:pPr>
                        <a:spcAft>
                          <a:spcPts val="0"/>
                        </a:spcAft>
                      </a:pPr>
                      <a:r>
                        <a:rPr lang="en-US" sz="1200">
                          <a:effectLst/>
                        </a:rPr>
                        <a:t>Paymenttype</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varchar(25)</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Not null</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dirty="0">
                          <a:effectLst/>
                        </a:rPr>
                        <a:t>Payment Type</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248196140"/>
                  </a:ext>
                </a:extLst>
              </a:tr>
              <a:tr h="0">
                <a:tc>
                  <a:txBody>
                    <a:bodyPr/>
                    <a:lstStyle/>
                    <a:p>
                      <a:pPr>
                        <a:spcAft>
                          <a:spcPts val="0"/>
                        </a:spcAft>
                      </a:pPr>
                      <a:r>
                        <a:rPr lang="en-US" sz="1200">
                          <a:effectLst/>
                        </a:rPr>
                        <a:t>Paidfor</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varchar(20)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Not null</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Paid For</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4441133"/>
                  </a:ext>
                </a:extLst>
              </a:tr>
              <a:tr h="0">
                <a:tc>
                  <a:txBody>
                    <a:bodyPr/>
                    <a:lstStyle/>
                    <a:p>
                      <a:pPr>
                        <a:spcAft>
                          <a:spcPts val="0"/>
                        </a:spcAft>
                      </a:pPr>
                      <a:r>
                        <a:rPr lang="en-US" sz="1200">
                          <a:effectLst/>
                        </a:rPr>
                        <a:t>Paidamt</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float(10,2)</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Not null</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dirty="0">
                          <a:effectLst/>
                        </a:rPr>
                        <a:t>Paid Amt</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186633241"/>
                  </a:ext>
                </a:extLst>
              </a:tr>
              <a:tr h="0">
                <a:tc>
                  <a:txBody>
                    <a:bodyPr/>
                    <a:lstStyle/>
                    <a:p>
                      <a:pPr>
                        <a:spcAft>
                          <a:spcPts val="0"/>
                        </a:spcAft>
                      </a:pPr>
                      <a:r>
                        <a:rPr lang="en-US" sz="1200">
                          <a:effectLst/>
                        </a:rPr>
                        <a:t>Paiddate</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Date</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Not null</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Paid Date</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900656541"/>
                  </a:ext>
                </a:extLst>
              </a:tr>
              <a:tr h="0">
                <a:tc>
                  <a:txBody>
                    <a:bodyPr/>
                    <a:lstStyle/>
                    <a:p>
                      <a:pPr>
                        <a:spcAft>
                          <a:spcPts val="0"/>
                        </a:spcAft>
                      </a:pPr>
                      <a:r>
                        <a:rPr lang="en-US" sz="1200">
                          <a:effectLst/>
                        </a:rPr>
                        <a:t>Description</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Text</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Not null</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Description</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097841112"/>
                  </a:ext>
                </a:extLst>
              </a:tr>
              <a:tr h="0">
                <a:tc>
                  <a:txBody>
                    <a:bodyPr/>
                    <a:lstStyle/>
                    <a:p>
                      <a:pPr>
                        <a:spcAft>
                          <a:spcPts val="0"/>
                        </a:spcAft>
                      </a:pPr>
                      <a:r>
                        <a:rPr lang="en-US" sz="1200">
                          <a:effectLst/>
                        </a:rPr>
                        <a:t>Status</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varchar(10)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Not null</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dirty="0">
                          <a:effectLst/>
                        </a:rPr>
                        <a:t>Status</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608735171"/>
                  </a:ext>
                </a:extLst>
              </a:tr>
            </a:tbl>
          </a:graphicData>
        </a:graphic>
      </p:graphicFrame>
      <p:sp>
        <p:nvSpPr>
          <p:cNvPr id="11" name="Rectangle 2">
            <a:extLst>
              <a:ext uri="{FF2B5EF4-FFF2-40B4-BE49-F238E27FC236}">
                <a16:creationId xmlns:a16="http://schemas.microsoft.com/office/drawing/2014/main" id="{1E107AAD-5E25-4F97-ACDB-772B5C3DDCE3}"/>
              </a:ext>
            </a:extLst>
          </p:cNvPr>
          <p:cNvSpPr>
            <a:spLocks noChangeArrowheads="1"/>
          </p:cNvSpPr>
          <p:nvPr/>
        </p:nvSpPr>
        <p:spPr bwMode="auto">
          <a:xfrm>
            <a:off x="478805" y="2723336"/>
            <a:ext cx="278929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Table Name: payment</a:t>
            </a:r>
            <a:endParaRPr kumimoji="0" lang="en-US" altLang="en-US" sz="20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34C25810-11DF-4F41-BBFD-F6AEB31BFB9C}"/>
              </a:ext>
            </a:extLst>
          </p:cNvPr>
          <p:cNvPicPr/>
          <p:nvPr/>
        </p:nvPicPr>
        <p:blipFill>
          <a:blip r:embed="rId2"/>
          <a:stretch>
            <a:fillRect/>
          </a:stretch>
        </p:blipFill>
        <p:spPr>
          <a:xfrm>
            <a:off x="8014632" y="2126973"/>
            <a:ext cx="914400" cy="103822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813252156"/>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E1D16C-417B-4F32-B39A-72D98230B641}"/>
              </a:ext>
            </a:extLst>
          </p:cNvPr>
          <p:cNvSpPr>
            <a:spLocks noGrp="1"/>
          </p:cNvSpPr>
          <p:nvPr>
            <p:ph type="sldNum" sz="quarter" idx="12"/>
          </p:nvPr>
        </p:nvSpPr>
        <p:spPr>
          <a:xfrm>
            <a:off x="11279272" y="6396204"/>
            <a:ext cx="683339" cy="365125"/>
          </a:xfrm>
        </p:spPr>
        <p:txBody>
          <a:bodyPr/>
          <a:lstStyle/>
          <a:p>
            <a:r>
              <a:rPr lang="en-IN" b="1" dirty="0">
                <a:solidFill>
                  <a:schemeClr val="tx1"/>
                </a:solidFill>
                <a:latin typeface="Times New Roman" panose="02020603050405020304" pitchFamily="18" charset="0"/>
                <a:cs typeface="Times New Roman" panose="02020603050405020304" pitchFamily="18" charset="0"/>
              </a:rPr>
              <a:t>PG NO: </a:t>
            </a:r>
            <a:fld id="{B54A08B0-5A9A-4946-919B-A6856108856E}" type="slidenum">
              <a:rPr lang="en-IN" smtClean="0">
                <a:solidFill>
                  <a:schemeClr val="tx1"/>
                </a:solidFill>
              </a:rPr>
              <a:t>30</a:t>
            </a:fld>
            <a:endParaRPr lang="en-IN" dirty="0">
              <a:solidFill>
                <a:schemeClr val="tx1"/>
              </a:solidFill>
            </a:endParaRPr>
          </a:p>
        </p:txBody>
      </p:sp>
      <p:graphicFrame>
        <p:nvGraphicFramePr>
          <p:cNvPr id="3" name="Table 2">
            <a:extLst>
              <a:ext uri="{FF2B5EF4-FFF2-40B4-BE49-F238E27FC236}">
                <a16:creationId xmlns:a16="http://schemas.microsoft.com/office/drawing/2014/main" id="{C87F06CC-B1FB-475B-A43C-CF2CCC139369}"/>
              </a:ext>
            </a:extLst>
          </p:cNvPr>
          <p:cNvGraphicFramePr>
            <a:graphicFrameLocks noGrp="1"/>
          </p:cNvGraphicFramePr>
          <p:nvPr/>
        </p:nvGraphicFramePr>
        <p:xfrm>
          <a:off x="549689" y="693425"/>
          <a:ext cx="6964493" cy="5530499"/>
        </p:xfrm>
        <a:graphic>
          <a:graphicData uri="http://schemas.openxmlformats.org/drawingml/2006/table">
            <a:tbl>
              <a:tblPr firstRow="1" firstCol="1" bandRow="1">
                <a:tableStyleId>{5C22544A-7EE6-4342-B048-85BDC9FD1C3A}</a:tableStyleId>
              </a:tblPr>
              <a:tblGrid>
                <a:gridCol w="1674692">
                  <a:extLst>
                    <a:ext uri="{9D8B030D-6E8A-4147-A177-3AD203B41FA5}">
                      <a16:colId xmlns:a16="http://schemas.microsoft.com/office/drawing/2014/main" val="2351592356"/>
                    </a:ext>
                  </a:extLst>
                </a:gridCol>
                <a:gridCol w="1124700">
                  <a:extLst>
                    <a:ext uri="{9D8B030D-6E8A-4147-A177-3AD203B41FA5}">
                      <a16:colId xmlns:a16="http://schemas.microsoft.com/office/drawing/2014/main" val="2515584543"/>
                    </a:ext>
                  </a:extLst>
                </a:gridCol>
                <a:gridCol w="1273013">
                  <a:extLst>
                    <a:ext uri="{9D8B030D-6E8A-4147-A177-3AD203B41FA5}">
                      <a16:colId xmlns:a16="http://schemas.microsoft.com/office/drawing/2014/main" val="972632263"/>
                    </a:ext>
                  </a:extLst>
                </a:gridCol>
                <a:gridCol w="2892088">
                  <a:extLst>
                    <a:ext uri="{9D8B030D-6E8A-4147-A177-3AD203B41FA5}">
                      <a16:colId xmlns:a16="http://schemas.microsoft.com/office/drawing/2014/main" val="454758916"/>
                    </a:ext>
                  </a:extLst>
                </a:gridCol>
              </a:tblGrid>
              <a:tr h="231750">
                <a:tc>
                  <a:txBody>
                    <a:bodyPr/>
                    <a:lstStyle/>
                    <a:p>
                      <a:pPr algn="ctr">
                        <a:spcAft>
                          <a:spcPts val="0"/>
                        </a:spcAft>
                      </a:pPr>
                      <a:r>
                        <a:rPr lang="en-US" sz="1100">
                          <a:effectLst/>
                        </a:rPr>
                        <a:t>Column</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tc>
                  <a:txBody>
                    <a:bodyPr/>
                    <a:lstStyle/>
                    <a:p>
                      <a:pPr>
                        <a:spcAft>
                          <a:spcPts val="0"/>
                        </a:spcAft>
                      </a:pPr>
                      <a:r>
                        <a:rPr lang="en-US" sz="1100">
                          <a:effectLst/>
                        </a:rPr>
                        <a:t>Data Type</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tc>
                  <a:txBody>
                    <a:bodyPr/>
                    <a:lstStyle/>
                    <a:p>
                      <a:pPr>
                        <a:spcAft>
                          <a:spcPts val="0"/>
                        </a:spcAft>
                      </a:pPr>
                      <a:r>
                        <a:rPr lang="en-US" sz="1100">
                          <a:effectLst/>
                        </a:rPr>
                        <a:t>Index</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tc>
                  <a:txBody>
                    <a:bodyPr/>
                    <a:lstStyle/>
                    <a:p>
                      <a:pPr>
                        <a:spcAft>
                          <a:spcPts val="0"/>
                        </a:spcAft>
                      </a:pPr>
                      <a:r>
                        <a:rPr lang="en-US" sz="1100">
                          <a:effectLst/>
                        </a:rPr>
                        <a:t>Description</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extLst>
                  <a:ext uri="{0D108BD9-81ED-4DB2-BD59-A6C34878D82A}">
                    <a16:rowId xmlns:a16="http://schemas.microsoft.com/office/drawing/2014/main" val="2176270714"/>
                  </a:ext>
                </a:extLst>
              </a:tr>
              <a:tr h="231750">
                <a:tc>
                  <a:txBody>
                    <a:bodyPr/>
                    <a:lstStyle/>
                    <a:p>
                      <a:pPr>
                        <a:spcAft>
                          <a:spcPts val="0"/>
                        </a:spcAft>
                      </a:pPr>
                      <a:r>
                        <a:rPr lang="en-US" sz="1100">
                          <a:effectLst/>
                        </a:rPr>
                        <a:t>Drivinglicenseid</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tc>
                  <a:txBody>
                    <a:bodyPr/>
                    <a:lstStyle/>
                    <a:p>
                      <a:pPr>
                        <a:spcAft>
                          <a:spcPts val="0"/>
                        </a:spcAft>
                      </a:pPr>
                      <a:r>
                        <a:rPr lang="en-US" sz="1100">
                          <a:effectLst/>
                        </a:rPr>
                        <a:t>int(10)</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tc>
                  <a:txBody>
                    <a:bodyPr/>
                    <a:lstStyle/>
                    <a:p>
                      <a:pPr>
                        <a:spcAft>
                          <a:spcPts val="0"/>
                        </a:spcAft>
                      </a:pPr>
                      <a:r>
                        <a:rPr lang="en-US" sz="1100">
                          <a:effectLst/>
                        </a:rPr>
                        <a:t>Primary key</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tc>
                  <a:txBody>
                    <a:bodyPr/>
                    <a:lstStyle/>
                    <a:p>
                      <a:pPr>
                        <a:spcAft>
                          <a:spcPts val="0"/>
                        </a:spcAft>
                      </a:pPr>
                      <a:r>
                        <a:rPr lang="en-US" sz="1100">
                          <a:effectLst/>
                        </a:rPr>
                        <a:t>Driving License ID</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extLst>
                  <a:ext uri="{0D108BD9-81ED-4DB2-BD59-A6C34878D82A}">
                    <a16:rowId xmlns:a16="http://schemas.microsoft.com/office/drawing/2014/main" val="621640172"/>
                  </a:ext>
                </a:extLst>
              </a:tr>
              <a:tr h="231750">
                <a:tc>
                  <a:txBody>
                    <a:bodyPr/>
                    <a:lstStyle/>
                    <a:p>
                      <a:pPr>
                        <a:spcAft>
                          <a:spcPts val="0"/>
                        </a:spcAft>
                      </a:pPr>
                      <a:r>
                        <a:rPr lang="en-US" sz="1100">
                          <a:effectLst/>
                        </a:rPr>
                        <a:t>Dltype</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tc>
                  <a:txBody>
                    <a:bodyPr/>
                    <a:lstStyle/>
                    <a:p>
                      <a:pPr>
                        <a:spcAft>
                          <a:spcPts val="0"/>
                        </a:spcAft>
                      </a:pPr>
                      <a:r>
                        <a:rPr lang="en-US" sz="1100">
                          <a:effectLst/>
                        </a:rPr>
                        <a:t>varchar(25)</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tc>
                  <a:txBody>
                    <a:bodyPr/>
                    <a:lstStyle/>
                    <a:p>
                      <a:pPr>
                        <a:spcAft>
                          <a:spcPts val="0"/>
                        </a:spcAft>
                      </a:pPr>
                      <a:r>
                        <a:rPr lang="en-US" sz="1100">
                          <a:effectLst/>
                        </a:rPr>
                        <a:t>Not null</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tc>
                  <a:txBody>
                    <a:bodyPr/>
                    <a:lstStyle/>
                    <a:p>
                      <a:pPr>
                        <a:spcAft>
                          <a:spcPts val="0"/>
                        </a:spcAft>
                      </a:pPr>
                      <a:r>
                        <a:rPr lang="en-US" sz="1100">
                          <a:effectLst/>
                        </a:rPr>
                        <a:t>DL Type</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extLst>
                  <a:ext uri="{0D108BD9-81ED-4DB2-BD59-A6C34878D82A}">
                    <a16:rowId xmlns:a16="http://schemas.microsoft.com/office/drawing/2014/main" val="2000088705"/>
                  </a:ext>
                </a:extLst>
              </a:tr>
              <a:tr h="231750">
                <a:tc>
                  <a:txBody>
                    <a:bodyPr/>
                    <a:lstStyle/>
                    <a:p>
                      <a:pPr>
                        <a:spcAft>
                          <a:spcPts val="0"/>
                        </a:spcAft>
                      </a:pPr>
                      <a:r>
                        <a:rPr lang="en-US" sz="1100" dirty="0">
                          <a:effectLst/>
                        </a:rPr>
                        <a:t>Stated</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tc>
                  <a:txBody>
                    <a:bodyPr/>
                    <a:lstStyle/>
                    <a:p>
                      <a:pPr>
                        <a:spcAft>
                          <a:spcPts val="0"/>
                        </a:spcAft>
                      </a:pPr>
                      <a:r>
                        <a:rPr lang="en-US" sz="1100">
                          <a:effectLst/>
                        </a:rPr>
                        <a:t>int(10)</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tc>
                  <a:txBody>
                    <a:bodyPr/>
                    <a:lstStyle/>
                    <a:p>
                      <a:pPr>
                        <a:spcAft>
                          <a:spcPts val="0"/>
                        </a:spcAft>
                      </a:pPr>
                      <a:r>
                        <a:rPr lang="en-US" sz="1100">
                          <a:effectLst/>
                        </a:rPr>
                        <a:t>Foreign key</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tc>
                  <a:txBody>
                    <a:bodyPr/>
                    <a:lstStyle/>
                    <a:p>
                      <a:pPr>
                        <a:spcAft>
                          <a:spcPts val="0"/>
                        </a:spcAft>
                      </a:pPr>
                      <a:r>
                        <a:rPr lang="en-US" sz="1100">
                          <a:effectLst/>
                        </a:rPr>
                        <a:t>State ID</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extLst>
                  <a:ext uri="{0D108BD9-81ED-4DB2-BD59-A6C34878D82A}">
                    <a16:rowId xmlns:a16="http://schemas.microsoft.com/office/drawing/2014/main" val="3119580800"/>
                  </a:ext>
                </a:extLst>
              </a:tr>
              <a:tr h="231750">
                <a:tc>
                  <a:txBody>
                    <a:bodyPr/>
                    <a:lstStyle/>
                    <a:p>
                      <a:pPr>
                        <a:spcAft>
                          <a:spcPts val="0"/>
                        </a:spcAft>
                      </a:pPr>
                      <a:r>
                        <a:rPr lang="en-US" sz="1100">
                          <a:effectLst/>
                        </a:rPr>
                        <a:t>Cityid</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tc>
                  <a:txBody>
                    <a:bodyPr/>
                    <a:lstStyle/>
                    <a:p>
                      <a:pPr>
                        <a:spcAft>
                          <a:spcPts val="0"/>
                        </a:spcAft>
                      </a:pPr>
                      <a:r>
                        <a:rPr lang="en-US" sz="1100">
                          <a:effectLst/>
                        </a:rPr>
                        <a:t>int(10)</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tc>
                  <a:txBody>
                    <a:bodyPr/>
                    <a:lstStyle/>
                    <a:p>
                      <a:pPr>
                        <a:spcAft>
                          <a:spcPts val="0"/>
                        </a:spcAft>
                      </a:pPr>
                      <a:r>
                        <a:rPr lang="en-US" sz="1100">
                          <a:effectLst/>
                        </a:rPr>
                        <a:t>Foreign key</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tc>
                  <a:txBody>
                    <a:bodyPr/>
                    <a:lstStyle/>
                    <a:p>
                      <a:pPr>
                        <a:spcAft>
                          <a:spcPts val="0"/>
                        </a:spcAft>
                      </a:pPr>
                      <a:r>
                        <a:rPr lang="en-US" sz="1100">
                          <a:effectLst/>
                        </a:rPr>
                        <a:t>City ID</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extLst>
                  <a:ext uri="{0D108BD9-81ED-4DB2-BD59-A6C34878D82A}">
                    <a16:rowId xmlns:a16="http://schemas.microsoft.com/office/drawing/2014/main" val="2999049356"/>
                  </a:ext>
                </a:extLst>
              </a:tr>
              <a:tr h="231750">
                <a:tc>
                  <a:txBody>
                    <a:bodyPr/>
                    <a:lstStyle/>
                    <a:p>
                      <a:pPr>
                        <a:spcAft>
                          <a:spcPts val="0"/>
                        </a:spcAft>
                      </a:pPr>
                      <a:r>
                        <a:rPr lang="en-US" sz="1100">
                          <a:effectLst/>
                        </a:rPr>
                        <a:t>Vehicletypeid</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tc>
                  <a:txBody>
                    <a:bodyPr/>
                    <a:lstStyle/>
                    <a:p>
                      <a:pPr>
                        <a:spcAft>
                          <a:spcPts val="0"/>
                        </a:spcAft>
                      </a:pPr>
                      <a:r>
                        <a:rPr lang="en-US" sz="1100">
                          <a:effectLst/>
                        </a:rPr>
                        <a:t>int(10)</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tc>
                  <a:txBody>
                    <a:bodyPr/>
                    <a:lstStyle/>
                    <a:p>
                      <a:pPr>
                        <a:spcAft>
                          <a:spcPts val="0"/>
                        </a:spcAft>
                      </a:pPr>
                      <a:r>
                        <a:rPr lang="en-US" sz="1100">
                          <a:effectLst/>
                        </a:rPr>
                        <a:t>Foreign key</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tc>
                  <a:txBody>
                    <a:bodyPr/>
                    <a:lstStyle/>
                    <a:p>
                      <a:pPr>
                        <a:spcAft>
                          <a:spcPts val="0"/>
                        </a:spcAft>
                      </a:pPr>
                      <a:r>
                        <a:rPr lang="en-US" sz="1100">
                          <a:effectLst/>
                        </a:rPr>
                        <a:t>VehicleType ID</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extLst>
                  <a:ext uri="{0D108BD9-81ED-4DB2-BD59-A6C34878D82A}">
                    <a16:rowId xmlns:a16="http://schemas.microsoft.com/office/drawing/2014/main" val="1079355357"/>
                  </a:ext>
                </a:extLst>
              </a:tr>
              <a:tr h="431999">
                <a:tc>
                  <a:txBody>
                    <a:bodyPr/>
                    <a:lstStyle/>
                    <a:p>
                      <a:pPr>
                        <a:spcAft>
                          <a:spcPts val="0"/>
                        </a:spcAft>
                      </a:pPr>
                      <a:r>
                        <a:rPr lang="en-US" sz="1100">
                          <a:effectLst/>
                        </a:rPr>
                        <a:t>Photo</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tc>
                  <a:txBody>
                    <a:bodyPr/>
                    <a:lstStyle/>
                    <a:p>
                      <a:pPr>
                        <a:spcAft>
                          <a:spcPts val="0"/>
                        </a:spcAft>
                      </a:pPr>
                      <a:r>
                        <a:rPr lang="en-US" sz="1100">
                          <a:effectLst/>
                        </a:rPr>
                        <a:t>varchar(100)</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tc>
                  <a:txBody>
                    <a:bodyPr/>
                    <a:lstStyle/>
                    <a:p>
                      <a:pPr>
                        <a:spcAft>
                          <a:spcPts val="0"/>
                        </a:spcAft>
                      </a:pPr>
                      <a:r>
                        <a:rPr lang="en-US" sz="1100">
                          <a:effectLst/>
                        </a:rPr>
                        <a:t>Not null</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tc>
                  <a:txBody>
                    <a:bodyPr/>
                    <a:lstStyle/>
                    <a:p>
                      <a:pPr>
                        <a:spcAft>
                          <a:spcPts val="0"/>
                        </a:spcAft>
                      </a:pPr>
                      <a:r>
                        <a:rPr lang="en-US" sz="1100">
                          <a:effectLst/>
                        </a:rPr>
                        <a:t>Photo</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extLst>
                  <a:ext uri="{0D108BD9-81ED-4DB2-BD59-A6C34878D82A}">
                    <a16:rowId xmlns:a16="http://schemas.microsoft.com/office/drawing/2014/main" val="1634195595"/>
                  </a:ext>
                </a:extLst>
              </a:tr>
              <a:tr h="231750">
                <a:tc>
                  <a:txBody>
                    <a:bodyPr/>
                    <a:lstStyle/>
                    <a:p>
                      <a:pPr>
                        <a:spcAft>
                          <a:spcPts val="0"/>
                        </a:spcAft>
                      </a:pPr>
                      <a:r>
                        <a:rPr lang="en-US" sz="1100">
                          <a:effectLst/>
                        </a:rPr>
                        <a:t>Name</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tc>
                  <a:txBody>
                    <a:bodyPr/>
                    <a:lstStyle/>
                    <a:p>
                      <a:pPr>
                        <a:spcAft>
                          <a:spcPts val="0"/>
                        </a:spcAft>
                      </a:pPr>
                      <a:r>
                        <a:rPr lang="en-US" sz="1100">
                          <a:effectLst/>
                        </a:rPr>
                        <a:t>varchar(50)</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tc>
                  <a:txBody>
                    <a:bodyPr/>
                    <a:lstStyle/>
                    <a:p>
                      <a:pPr>
                        <a:spcAft>
                          <a:spcPts val="0"/>
                        </a:spcAft>
                      </a:pPr>
                      <a:r>
                        <a:rPr lang="en-US" sz="1100">
                          <a:effectLst/>
                        </a:rPr>
                        <a:t>Not null</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tc>
                  <a:txBody>
                    <a:bodyPr/>
                    <a:lstStyle/>
                    <a:p>
                      <a:pPr>
                        <a:spcAft>
                          <a:spcPts val="0"/>
                        </a:spcAft>
                      </a:pPr>
                      <a:r>
                        <a:rPr lang="en-US" sz="1100">
                          <a:effectLst/>
                        </a:rPr>
                        <a:t>Name</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extLst>
                  <a:ext uri="{0D108BD9-81ED-4DB2-BD59-A6C34878D82A}">
                    <a16:rowId xmlns:a16="http://schemas.microsoft.com/office/drawing/2014/main" val="3518256017"/>
                  </a:ext>
                </a:extLst>
              </a:tr>
              <a:tr h="231750">
                <a:tc>
                  <a:txBody>
                    <a:bodyPr/>
                    <a:lstStyle/>
                    <a:p>
                      <a:pPr>
                        <a:spcAft>
                          <a:spcPts val="0"/>
                        </a:spcAft>
                      </a:pPr>
                      <a:r>
                        <a:rPr lang="en-US" sz="1100">
                          <a:effectLst/>
                        </a:rPr>
                        <a:t>Swdof</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tc>
                  <a:txBody>
                    <a:bodyPr/>
                    <a:lstStyle/>
                    <a:p>
                      <a:pPr>
                        <a:spcAft>
                          <a:spcPts val="0"/>
                        </a:spcAft>
                      </a:pPr>
                      <a:r>
                        <a:rPr lang="en-US" sz="1100">
                          <a:effectLst/>
                        </a:rPr>
                        <a:t>varchar(50)</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tc>
                  <a:txBody>
                    <a:bodyPr/>
                    <a:lstStyle/>
                    <a:p>
                      <a:pPr>
                        <a:spcAft>
                          <a:spcPts val="0"/>
                        </a:spcAft>
                      </a:pPr>
                      <a:r>
                        <a:rPr lang="en-US" sz="1100">
                          <a:effectLst/>
                        </a:rPr>
                        <a:t>Not null</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tc>
                  <a:txBody>
                    <a:bodyPr/>
                    <a:lstStyle/>
                    <a:p>
                      <a:pPr>
                        <a:spcAft>
                          <a:spcPts val="0"/>
                        </a:spcAft>
                      </a:pPr>
                      <a:r>
                        <a:rPr lang="en-US" sz="1100">
                          <a:effectLst/>
                        </a:rPr>
                        <a:t>SWD of</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extLst>
                  <a:ext uri="{0D108BD9-81ED-4DB2-BD59-A6C34878D82A}">
                    <a16:rowId xmlns:a16="http://schemas.microsoft.com/office/drawing/2014/main" val="2305244627"/>
                  </a:ext>
                </a:extLst>
              </a:tr>
              <a:tr h="231750">
                <a:tc>
                  <a:txBody>
                    <a:bodyPr/>
                    <a:lstStyle/>
                    <a:p>
                      <a:pPr>
                        <a:spcAft>
                          <a:spcPts val="0"/>
                        </a:spcAft>
                      </a:pPr>
                      <a:r>
                        <a:rPr lang="en-US" sz="1100">
                          <a:effectLst/>
                        </a:rPr>
                        <a:t>Paddr</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tc>
                  <a:txBody>
                    <a:bodyPr/>
                    <a:lstStyle/>
                    <a:p>
                      <a:pPr>
                        <a:spcAft>
                          <a:spcPts val="0"/>
                        </a:spcAft>
                      </a:pPr>
                      <a:r>
                        <a:rPr lang="en-US" sz="1100">
                          <a:effectLst/>
                        </a:rPr>
                        <a:t>Text</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tc>
                  <a:txBody>
                    <a:bodyPr/>
                    <a:lstStyle/>
                    <a:p>
                      <a:pPr>
                        <a:spcAft>
                          <a:spcPts val="0"/>
                        </a:spcAft>
                      </a:pPr>
                      <a:r>
                        <a:rPr lang="en-US" sz="1100">
                          <a:effectLst/>
                        </a:rPr>
                        <a:t>Not null</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tc>
                  <a:txBody>
                    <a:bodyPr/>
                    <a:lstStyle/>
                    <a:p>
                      <a:pPr>
                        <a:spcAft>
                          <a:spcPts val="0"/>
                        </a:spcAft>
                      </a:pPr>
                      <a:r>
                        <a:rPr lang="en-US" sz="1100">
                          <a:effectLst/>
                        </a:rPr>
                        <a:t>PAddress</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extLst>
                  <a:ext uri="{0D108BD9-81ED-4DB2-BD59-A6C34878D82A}">
                    <a16:rowId xmlns:a16="http://schemas.microsoft.com/office/drawing/2014/main" val="1714466167"/>
                  </a:ext>
                </a:extLst>
              </a:tr>
              <a:tr h="231750">
                <a:tc>
                  <a:txBody>
                    <a:bodyPr/>
                    <a:lstStyle/>
                    <a:p>
                      <a:pPr>
                        <a:spcAft>
                          <a:spcPts val="0"/>
                        </a:spcAft>
                      </a:pPr>
                      <a:r>
                        <a:rPr lang="en-US" sz="1100">
                          <a:effectLst/>
                        </a:rPr>
                        <a:t>Taddr</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tc>
                  <a:txBody>
                    <a:bodyPr/>
                    <a:lstStyle/>
                    <a:p>
                      <a:pPr>
                        <a:spcAft>
                          <a:spcPts val="0"/>
                        </a:spcAft>
                      </a:pPr>
                      <a:r>
                        <a:rPr lang="en-US" sz="1100">
                          <a:effectLst/>
                        </a:rPr>
                        <a:t>Text</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tc>
                  <a:txBody>
                    <a:bodyPr/>
                    <a:lstStyle/>
                    <a:p>
                      <a:pPr>
                        <a:spcAft>
                          <a:spcPts val="0"/>
                        </a:spcAft>
                      </a:pPr>
                      <a:r>
                        <a:rPr lang="en-US" sz="1100">
                          <a:effectLst/>
                        </a:rPr>
                        <a:t>Not null</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tc>
                  <a:txBody>
                    <a:bodyPr/>
                    <a:lstStyle/>
                    <a:p>
                      <a:pPr>
                        <a:spcAft>
                          <a:spcPts val="0"/>
                        </a:spcAft>
                      </a:pPr>
                      <a:r>
                        <a:rPr lang="en-US" sz="1100">
                          <a:effectLst/>
                        </a:rPr>
                        <a:t>TAddress</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extLst>
                  <a:ext uri="{0D108BD9-81ED-4DB2-BD59-A6C34878D82A}">
                    <a16:rowId xmlns:a16="http://schemas.microsoft.com/office/drawing/2014/main" val="3514816040"/>
                  </a:ext>
                </a:extLst>
              </a:tr>
              <a:tr h="231750">
                <a:tc>
                  <a:txBody>
                    <a:bodyPr/>
                    <a:lstStyle/>
                    <a:p>
                      <a:pPr>
                        <a:spcAft>
                          <a:spcPts val="0"/>
                        </a:spcAft>
                      </a:pPr>
                      <a:r>
                        <a:rPr lang="en-US" sz="1100">
                          <a:effectLst/>
                        </a:rPr>
                        <a:t>Paddrduration</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tc>
                  <a:txBody>
                    <a:bodyPr/>
                    <a:lstStyle/>
                    <a:p>
                      <a:pPr>
                        <a:spcAft>
                          <a:spcPts val="0"/>
                        </a:spcAft>
                      </a:pPr>
                      <a:r>
                        <a:rPr lang="en-US" sz="1100">
                          <a:effectLst/>
                        </a:rPr>
                        <a:t>varchar(50)</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tc>
                  <a:txBody>
                    <a:bodyPr/>
                    <a:lstStyle/>
                    <a:p>
                      <a:pPr>
                        <a:spcAft>
                          <a:spcPts val="0"/>
                        </a:spcAft>
                      </a:pPr>
                      <a:r>
                        <a:rPr lang="en-US" sz="1100">
                          <a:effectLst/>
                        </a:rPr>
                        <a:t>Not null</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tc>
                  <a:txBody>
                    <a:bodyPr/>
                    <a:lstStyle/>
                    <a:p>
                      <a:pPr>
                        <a:spcAft>
                          <a:spcPts val="0"/>
                        </a:spcAft>
                      </a:pPr>
                      <a:r>
                        <a:rPr lang="en-US" sz="1100">
                          <a:effectLst/>
                        </a:rPr>
                        <a:t>PAddr Duration</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extLst>
                  <a:ext uri="{0D108BD9-81ED-4DB2-BD59-A6C34878D82A}">
                    <a16:rowId xmlns:a16="http://schemas.microsoft.com/office/drawing/2014/main" val="235453686"/>
                  </a:ext>
                </a:extLst>
              </a:tr>
              <a:tr h="231750">
                <a:tc>
                  <a:txBody>
                    <a:bodyPr/>
                    <a:lstStyle/>
                    <a:p>
                      <a:pPr>
                        <a:spcAft>
                          <a:spcPts val="0"/>
                        </a:spcAft>
                      </a:pPr>
                      <a:r>
                        <a:rPr lang="en-US" sz="1100">
                          <a:effectLst/>
                        </a:rPr>
                        <a:t>Dob</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tc>
                  <a:txBody>
                    <a:bodyPr/>
                    <a:lstStyle/>
                    <a:p>
                      <a:pPr>
                        <a:spcAft>
                          <a:spcPts val="0"/>
                        </a:spcAft>
                      </a:pPr>
                      <a:r>
                        <a:rPr lang="en-US" sz="1100">
                          <a:effectLst/>
                        </a:rPr>
                        <a:t>Date</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tc>
                  <a:txBody>
                    <a:bodyPr/>
                    <a:lstStyle/>
                    <a:p>
                      <a:pPr>
                        <a:spcAft>
                          <a:spcPts val="0"/>
                        </a:spcAft>
                      </a:pPr>
                      <a:r>
                        <a:rPr lang="en-US" sz="1100">
                          <a:effectLst/>
                        </a:rPr>
                        <a:t>Not null</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tc>
                  <a:txBody>
                    <a:bodyPr/>
                    <a:lstStyle/>
                    <a:p>
                      <a:pPr>
                        <a:spcAft>
                          <a:spcPts val="0"/>
                        </a:spcAft>
                      </a:pPr>
                      <a:r>
                        <a:rPr lang="en-US" sz="1100">
                          <a:effectLst/>
                        </a:rPr>
                        <a:t>DOB</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extLst>
                  <a:ext uri="{0D108BD9-81ED-4DB2-BD59-A6C34878D82A}">
                    <a16:rowId xmlns:a16="http://schemas.microsoft.com/office/drawing/2014/main" val="1154929784"/>
                  </a:ext>
                </a:extLst>
              </a:tr>
              <a:tr h="231750">
                <a:tc>
                  <a:txBody>
                    <a:bodyPr/>
                    <a:lstStyle/>
                    <a:p>
                      <a:pPr>
                        <a:spcAft>
                          <a:spcPts val="0"/>
                        </a:spcAft>
                      </a:pPr>
                      <a:r>
                        <a:rPr lang="en-US" sz="1100">
                          <a:effectLst/>
                        </a:rPr>
                        <a:t>Qualification</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tc>
                  <a:txBody>
                    <a:bodyPr/>
                    <a:lstStyle/>
                    <a:p>
                      <a:pPr>
                        <a:spcAft>
                          <a:spcPts val="0"/>
                        </a:spcAft>
                      </a:pPr>
                      <a:r>
                        <a:rPr lang="en-US" sz="1100">
                          <a:effectLst/>
                        </a:rPr>
                        <a:t>varchar(50)</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tc>
                  <a:txBody>
                    <a:bodyPr/>
                    <a:lstStyle/>
                    <a:p>
                      <a:pPr>
                        <a:spcAft>
                          <a:spcPts val="0"/>
                        </a:spcAft>
                      </a:pPr>
                      <a:r>
                        <a:rPr lang="en-US" sz="1100">
                          <a:effectLst/>
                        </a:rPr>
                        <a:t>Not null</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tc>
                  <a:txBody>
                    <a:bodyPr/>
                    <a:lstStyle/>
                    <a:p>
                      <a:pPr>
                        <a:spcAft>
                          <a:spcPts val="0"/>
                        </a:spcAft>
                      </a:pPr>
                      <a:r>
                        <a:rPr lang="en-US" sz="1100">
                          <a:effectLst/>
                        </a:rPr>
                        <a:t>Qualification</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extLst>
                  <a:ext uri="{0D108BD9-81ED-4DB2-BD59-A6C34878D82A}">
                    <a16:rowId xmlns:a16="http://schemas.microsoft.com/office/drawing/2014/main" val="4168161405"/>
                  </a:ext>
                </a:extLst>
              </a:tr>
              <a:tr h="231750">
                <a:tc>
                  <a:txBody>
                    <a:bodyPr/>
                    <a:lstStyle/>
                    <a:p>
                      <a:pPr>
                        <a:spcAft>
                          <a:spcPts val="0"/>
                        </a:spcAft>
                      </a:pPr>
                      <a:r>
                        <a:rPr lang="en-US" sz="1100">
                          <a:effectLst/>
                        </a:rPr>
                        <a:t>Identificationmarks</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tc>
                  <a:txBody>
                    <a:bodyPr/>
                    <a:lstStyle/>
                    <a:p>
                      <a:pPr>
                        <a:spcAft>
                          <a:spcPts val="0"/>
                        </a:spcAft>
                      </a:pPr>
                      <a:r>
                        <a:rPr lang="en-US" sz="1100">
                          <a:effectLst/>
                        </a:rPr>
                        <a:t>varchar(50)</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tc>
                  <a:txBody>
                    <a:bodyPr/>
                    <a:lstStyle/>
                    <a:p>
                      <a:pPr>
                        <a:spcAft>
                          <a:spcPts val="0"/>
                        </a:spcAft>
                      </a:pPr>
                      <a:r>
                        <a:rPr lang="en-US" sz="1100">
                          <a:effectLst/>
                        </a:rPr>
                        <a:t>Not null</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tc>
                  <a:txBody>
                    <a:bodyPr/>
                    <a:lstStyle/>
                    <a:p>
                      <a:pPr>
                        <a:spcAft>
                          <a:spcPts val="0"/>
                        </a:spcAft>
                      </a:pPr>
                      <a:r>
                        <a:rPr lang="en-US" sz="1100">
                          <a:effectLst/>
                        </a:rPr>
                        <a:t>Identification Marks</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extLst>
                  <a:ext uri="{0D108BD9-81ED-4DB2-BD59-A6C34878D82A}">
                    <a16:rowId xmlns:a16="http://schemas.microsoft.com/office/drawing/2014/main" val="132841042"/>
                  </a:ext>
                </a:extLst>
              </a:tr>
              <a:tr h="231750">
                <a:tc>
                  <a:txBody>
                    <a:bodyPr/>
                    <a:lstStyle/>
                    <a:p>
                      <a:pPr>
                        <a:spcAft>
                          <a:spcPts val="0"/>
                        </a:spcAft>
                      </a:pPr>
                      <a:r>
                        <a:rPr lang="en-US" sz="1100">
                          <a:effectLst/>
                        </a:rPr>
                        <a:t>Bloodgroup</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tc>
                  <a:txBody>
                    <a:bodyPr/>
                    <a:lstStyle/>
                    <a:p>
                      <a:pPr>
                        <a:spcAft>
                          <a:spcPts val="0"/>
                        </a:spcAft>
                      </a:pPr>
                      <a:r>
                        <a:rPr lang="en-US" sz="1100">
                          <a:effectLst/>
                        </a:rPr>
                        <a:t>varchar(10)</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tc>
                  <a:txBody>
                    <a:bodyPr/>
                    <a:lstStyle/>
                    <a:p>
                      <a:pPr>
                        <a:spcAft>
                          <a:spcPts val="0"/>
                        </a:spcAft>
                      </a:pPr>
                      <a:r>
                        <a:rPr lang="en-US" sz="1100">
                          <a:effectLst/>
                        </a:rPr>
                        <a:t>Not null</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tc>
                  <a:txBody>
                    <a:bodyPr/>
                    <a:lstStyle/>
                    <a:p>
                      <a:pPr>
                        <a:spcAft>
                          <a:spcPts val="0"/>
                        </a:spcAft>
                      </a:pPr>
                      <a:r>
                        <a:rPr lang="en-US" sz="1100">
                          <a:effectLst/>
                        </a:rPr>
                        <a:t>Blood Group</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extLst>
                  <a:ext uri="{0D108BD9-81ED-4DB2-BD59-A6C34878D82A}">
                    <a16:rowId xmlns:a16="http://schemas.microsoft.com/office/drawing/2014/main" val="1961937843"/>
                  </a:ext>
                </a:extLst>
              </a:tr>
              <a:tr h="231750">
                <a:tc>
                  <a:txBody>
                    <a:bodyPr/>
                    <a:lstStyle/>
                    <a:p>
                      <a:pPr>
                        <a:spcAft>
                          <a:spcPts val="0"/>
                        </a:spcAft>
                      </a:pPr>
                      <a:r>
                        <a:rPr lang="en-US" sz="1100">
                          <a:effectLst/>
                        </a:rPr>
                        <a:t>Previousdl</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tc>
                  <a:txBody>
                    <a:bodyPr/>
                    <a:lstStyle/>
                    <a:p>
                      <a:pPr>
                        <a:spcAft>
                          <a:spcPts val="0"/>
                        </a:spcAft>
                      </a:pPr>
                      <a:r>
                        <a:rPr lang="en-US" sz="1100">
                          <a:effectLst/>
                        </a:rPr>
                        <a:t>varchar(50)</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tc>
                  <a:txBody>
                    <a:bodyPr/>
                    <a:lstStyle/>
                    <a:p>
                      <a:pPr>
                        <a:spcAft>
                          <a:spcPts val="0"/>
                        </a:spcAft>
                      </a:pPr>
                      <a:r>
                        <a:rPr lang="en-US" sz="1100">
                          <a:effectLst/>
                        </a:rPr>
                        <a:t>Not null</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tc>
                  <a:txBody>
                    <a:bodyPr/>
                    <a:lstStyle/>
                    <a:p>
                      <a:pPr>
                        <a:spcAft>
                          <a:spcPts val="0"/>
                        </a:spcAft>
                      </a:pPr>
                      <a:r>
                        <a:rPr lang="en-US" sz="1100">
                          <a:effectLst/>
                        </a:rPr>
                        <a:t>Previous DL</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extLst>
                  <a:ext uri="{0D108BD9-81ED-4DB2-BD59-A6C34878D82A}">
                    <a16:rowId xmlns:a16="http://schemas.microsoft.com/office/drawing/2014/main" val="3610124394"/>
                  </a:ext>
                </a:extLst>
              </a:tr>
              <a:tr h="231750">
                <a:tc>
                  <a:txBody>
                    <a:bodyPr/>
                    <a:lstStyle/>
                    <a:p>
                      <a:pPr>
                        <a:spcAft>
                          <a:spcPts val="0"/>
                        </a:spcAft>
                      </a:pPr>
                      <a:r>
                        <a:rPr lang="en-US" sz="1100">
                          <a:effectLst/>
                        </a:rPr>
                        <a:t>Startdate</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tc>
                  <a:txBody>
                    <a:bodyPr/>
                    <a:lstStyle/>
                    <a:p>
                      <a:pPr>
                        <a:spcAft>
                          <a:spcPts val="0"/>
                        </a:spcAft>
                      </a:pPr>
                      <a:r>
                        <a:rPr lang="en-US" sz="1100">
                          <a:effectLst/>
                        </a:rPr>
                        <a:t>date</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tc>
                  <a:txBody>
                    <a:bodyPr/>
                    <a:lstStyle/>
                    <a:p>
                      <a:pPr>
                        <a:spcAft>
                          <a:spcPts val="0"/>
                        </a:spcAft>
                      </a:pPr>
                      <a:r>
                        <a:rPr lang="en-US" sz="1100">
                          <a:effectLst/>
                        </a:rPr>
                        <a:t>Not null</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tc>
                  <a:txBody>
                    <a:bodyPr/>
                    <a:lstStyle/>
                    <a:p>
                      <a:pPr>
                        <a:spcAft>
                          <a:spcPts val="0"/>
                        </a:spcAft>
                      </a:pPr>
                      <a:r>
                        <a:rPr lang="en-US" sz="1100" dirty="0">
                          <a:effectLst/>
                        </a:rPr>
                        <a:t>Start Date</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extLst>
                  <a:ext uri="{0D108BD9-81ED-4DB2-BD59-A6C34878D82A}">
                    <a16:rowId xmlns:a16="http://schemas.microsoft.com/office/drawing/2014/main" val="1716735499"/>
                  </a:ext>
                </a:extLst>
              </a:tr>
              <a:tr h="231750">
                <a:tc>
                  <a:txBody>
                    <a:bodyPr/>
                    <a:lstStyle/>
                    <a:p>
                      <a:pPr>
                        <a:spcAft>
                          <a:spcPts val="0"/>
                        </a:spcAft>
                      </a:pPr>
                      <a:r>
                        <a:rPr lang="en-US" sz="1100">
                          <a:effectLst/>
                        </a:rPr>
                        <a:t>Enddate</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tc>
                  <a:txBody>
                    <a:bodyPr/>
                    <a:lstStyle/>
                    <a:p>
                      <a:pPr>
                        <a:spcAft>
                          <a:spcPts val="0"/>
                        </a:spcAft>
                      </a:pPr>
                      <a:r>
                        <a:rPr lang="en-US" sz="1100">
                          <a:effectLst/>
                        </a:rPr>
                        <a:t>date</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tc>
                  <a:txBody>
                    <a:bodyPr/>
                    <a:lstStyle/>
                    <a:p>
                      <a:pPr>
                        <a:spcAft>
                          <a:spcPts val="0"/>
                        </a:spcAft>
                      </a:pPr>
                      <a:r>
                        <a:rPr lang="en-US" sz="1100">
                          <a:effectLst/>
                        </a:rPr>
                        <a:t>Not null</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tc>
                  <a:txBody>
                    <a:bodyPr/>
                    <a:lstStyle/>
                    <a:p>
                      <a:pPr>
                        <a:spcAft>
                          <a:spcPts val="0"/>
                        </a:spcAft>
                      </a:pPr>
                      <a:r>
                        <a:rPr lang="en-US" sz="1100">
                          <a:effectLst/>
                        </a:rPr>
                        <a:t>End Date</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extLst>
                  <a:ext uri="{0D108BD9-81ED-4DB2-BD59-A6C34878D82A}">
                    <a16:rowId xmlns:a16="http://schemas.microsoft.com/office/drawing/2014/main" val="1034548187"/>
                  </a:ext>
                </a:extLst>
              </a:tr>
              <a:tr h="231750">
                <a:tc>
                  <a:txBody>
                    <a:bodyPr/>
                    <a:lstStyle/>
                    <a:p>
                      <a:pPr>
                        <a:spcAft>
                          <a:spcPts val="0"/>
                        </a:spcAft>
                      </a:pPr>
                      <a:r>
                        <a:rPr lang="en-US" sz="1100">
                          <a:effectLst/>
                        </a:rPr>
                        <a:t>Entrydate</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tc>
                  <a:txBody>
                    <a:bodyPr/>
                    <a:lstStyle/>
                    <a:p>
                      <a:pPr>
                        <a:spcAft>
                          <a:spcPts val="0"/>
                        </a:spcAft>
                      </a:pPr>
                      <a:r>
                        <a:rPr lang="en-US" sz="1100">
                          <a:effectLst/>
                        </a:rPr>
                        <a:t>date</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tc>
                  <a:txBody>
                    <a:bodyPr/>
                    <a:lstStyle/>
                    <a:p>
                      <a:pPr>
                        <a:spcAft>
                          <a:spcPts val="0"/>
                        </a:spcAft>
                      </a:pPr>
                      <a:r>
                        <a:rPr lang="en-US" sz="1100">
                          <a:effectLst/>
                        </a:rPr>
                        <a:t>Not null</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tc>
                  <a:txBody>
                    <a:bodyPr/>
                    <a:lstStyle/>
                    <a:p>
                      <a:pPr>
                        <a:spcAft>
                          <a:spcPts val="0"/>
                        </a:spcAft>
                      </a:pPr>
                      <a:r>
                        <a:rPr lang="en-US" sz="1100">
                          <a:effectLst/>
                        </a:rPr>
                        <a:t>Entry Date</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extLst>
                  <a:ext uri="{0D108BD9-81ED-4DB2-BD59-A6C34878D82A}">
                    <a16:rowId xmlns:a16="http://schemas.microsoft.com/office/drawing/2014/main" val="2718902588"/>
                  </a:ext>
                </a:extLst>
              </a:tr>
              <a:tr h="231750">
                <a:tc>
                  <a:txBody>
                    <a:bodyPr/>
                    <a:lstStyle/>
                    <a:p>
                      <a:pPr>
                        <a:spcAft>
                          <a:spcPts val="0"/>
                        </a:spcAft>
                      </a:pPr>
                      <a:r>
                        <a:rPr lang="en-US" sz="1100">
                          <a:effectLst/>
                        </a:rPr>
                        <a:t>Dlno</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tc>
                  <a:txBody>
                    <a:bodyPr/>
                    <a:lstStyle/>
                    <a:p>
                      <a:pPr>
                        <a:spcAft>
                          <a:spcPts val="0"/>
                        </a:spcAft>
                      </a:pPr>
                      <a:r>
                        <a:rPr lang="en-US" sz="1100">
                          <a:effectLst/>
                        </a:rPr>
                        <a:t>varchar(25)</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tc>
                  <a:txBody>
                    <a:bodyPr/>
                    <a:lstStyle/>
                    <a:p>
                      <a:pPr>
                        <a:spcAft>
                          <a:spcPts val="0"/>
                        </a:spcAft>
                      </a:pPr>
                      <a:r>
                        <a:rPr lang="en-US" sz="1100">
                          <a:effectLst/>
                        </a:rPr>
                        <a:t>Not null</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tc>
                  <a:txBody>
                    <a:bodyPr/>
                    <a:lstStyle/>
                    <a:p>
                      <a:pPr>
                        <a:spcAft>
                          <a:spcPts val="0"/>
                        </a:spcAft>
                      </a:pPr>
                      <a:r>
                        <a:rPr lang="en-US" sz="1100">
                          <a:effectLst/>
                        </a:rPr>
                        <a:t>DL No</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extLst>
                  <a:ext uri="{0D108BD9-81ED-4DB2-BD59-A6C34878D82A}">
                    <a16:rowId xmlns:a16="http://schemas.microsoft.com/office/drawing/2014/main" val="10523425"/>
                  </a:ext>
                </a:extLst>
              </a:tr>
              <a:tr h="231750">
                <a:tc>
                  <a:txBody>
                    <a:bodyPr/>
                    <a:lstStyle/>
                    <a:p>
                      <a:pPr>
                        <a:spcAft>
                          <a:spcPts val="0"/>
                        </a:spcAft>
                      </a:pPr>
                      <a:r>
                        <a:rPr lang="en-US" sz="1100">
                          <a:effectLst/>
                        </a:rPr>
                        <a:t>Note</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tc>
                  <a:txBody>
                    <a:bodyPr/>
                    <a:lstStyle/>
                    <a:p>
                      <a:pPr>
                        <a:spcAft>
                          <a:spcPts val="0"/>
                        </a:spcAft>
                      </a:pPr>
                      <a:r>
                        <a:rPr lang="en-US" sz="1100">
                          <a:effectLst/>
                        </a:rPr>
                        <a:t>text</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tc>
                  <a:txBody>
                    <a:bodyPr/>
                    <a:lstStyle/>
                    <a:p>
                      <a:pPr>
                        <a:spcAft>
                          <a:spcPts val="0"/>
                        </a:spcAft>
                      </a:pPr>
                      <a:r>
                        <a:rPr lang="en-US" sz="1100">
                          <a:effectLst/>
                        </a:rPr>
                        <a:t>Not null</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tc>
                  <a:txBody>
                    <a:bodyPr/>
                    <a:lstStyle/>
                    <a:p>
                      <a:pPr>
                        <a:spcAft>
                          <a:spcPts val="0"/>
                        </a:spcAft>
                      </a:pPr>
                      <a:r>
                        <a:rPr lang="en-US" sz="1100">
                          <a:effectLst/>
                        </a:rPr>
                        <a:t>Note</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extLst>
                  <a:ext uri="{0D108BD9-81ED-4DB2-BD59-A6C34878D82A}">
                    <a16:rowId xmlns:a16="http://schemas.microsoft.com/office/drawing/2014/main" val="1399810420"/>
                  </a:ext>
                </a:extLst>
              </a:tr>
              <a:tr h="231750">
                <a:tc>
                  <a:txBody>
                    <a:bodyPr/>
                    <a:lstStyle/>
                    <a:p>
                      <a:pPr>
                        <a:spcAft>
                          <a:spcPts val="0"/>
                        </a:spcAft>
                      </a:pPr>
                      <a:r>
                        <a:rPr lang="en-US" sz="1100">
                          <a:effectLst/>
                        </a:rPr>
                        <a:t>Status</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tc>
                  <a:txBody>
                    <a:bodyPr/>
                    <a:lstStyle/>
                    <a:p>
                      <a:pPr>
                        <a:spcAft>
                          <a:spcPts val="0"/>
                        </a:spcAft>
                      </a:pPr>
                      <a:r>
                        <a:rPr lang="en-US" sz="1100">
                          <a:effectLst/>
                        </a:rPr>
                        <a:t>varchar(10)</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tc>
                  <a:txBody>
                    <a:bodyPr/>
                    <a:lstStyle/>
                    <a:p>
                      <a:pPr>
                        <a:spcAft>
                          <a:spcPts val="0"/>
                        </a:spcAft>
                      </a:pPr>
                      <a:r>
                        <a:rPr lang="en-US" sz="1100">
                          <a:effectLst/>
                        </a:rPr>
                        <a:t>Not null</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tc>
                  <a:txBody>
                    <a:bodyPr/>
                    <a:lstStyle/>
                    <a:p>
                      <a:pPr>
                        <a:spcAft>
                          <a:spcPts val="0"/>
                        </a:spcAft>
                      </a:pPr>
                      <a:r>
                        <a:rPr lang="en-US" sz="1100" dirty="0">
                          <a:effectLst/>
                        </a:rPr>
                        <a:t>Status</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647" marR="60647" marT="0" marB="0"/>
                </a:tc>
                <a:extLst>
                  <a:ext uri="{0D108BD9-81ED-4DB2-BD59-A6C34878D82A}">
                    <a16:rowId xmlns:a16="http://schemas.microsoft.com/office/drawing/2014/main" val="885497306"/>
                  </a:ext>
                </a:extLst>
              </a:tr>
            </a:tbl>
          </a:graphicData>
        </a:graphic>
      </p:graphicFrame>
      <p:sp>
        <p:nvSpPr>
          <p:cNvPr id="4" name="Rectangle 1">
            <a:extLst>
              <a:ext uri="{FF2B5EF4-FFF2-40B4-BE49-F238E27FC236}">
                <a16:creationId xmlns:a16="http://schemas.microsoft.com/office/drawing/2014/main" id="{606C6208-E705-4F75-B185-8CA33A0ED289}"/>
              </a:ext>
            </a:extLst>
          </p:cNvPr>
          <p:cNvSpPr>
            <a:spLocks noChangeArrowheads="1"/>
          </p:cNvSpPr>
          <p:nvPr/>
        </p:nvSpPr>
        <p:spPr bwMode="auto">
          <a:xfrm>
            <a:off x="549689" y="97571"/>
            <a:ext cx="3356753"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Table Name: drivinglicense</a:t>
            </a:r>
            <a:endParaRPr kumimoji="0" lang="en-US" altLang="en-US" sz="20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D9114BEE-14A5-4F2B-BF51-EA5FEF00CC3C}"/>
              </a:ext>
            </a:extLst>
          </p:cNvPr>
          <p:cNvPicPr/>
          <p:nvPr/>
        </p:nvPicPr>
        <p:blipFill>
          <a:blip r:embed="rId2"/>
          <a:stretch>
            <a:fillRect/>
          </a:stretch>
        </p:blipFill>
        <p:spPr>
          <a:xfrm>
            <a:off x="8268115" y="2654846"/>
            <a:ext cx="1009650" cy="11430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783284784"/>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27ECF46-C271-44B4-B7DE-01FE070F92E9}"/>
              </a:ext>
            </a:extLst>
          </p:cNvPr>
          <p:cNvSpPr>
            <a:spLocks noGrp="1"/>
          </p:cNvSpPr>
          <p:nvPr>
            <p:ph type="sldNum" sz="quarter" idx="12"/>
          </p:nvPr>
        </p:nvSpPr>
        <p:spPr>
          <a:xfrm>
            <a:off x="11224681" y="6341612"/>
            <a:ext cx="683339" cy="365125"/>
          </a:xfrm>
        </p:spPr>
        <p:txBody>
          <a:bodyPr/>
          <a:lstStyle/>
          <a:p>
            <a:r>
              <a:rPr lang="en-IN" b="1" dirty="0">
                <a:solidFill>
                  <a:schemeClr val="tx1"/>
                </a:solidFill>
                <a:latin typeface="Times New Roman" panose="02020603050405020304" pitchFamily="18" charset="0"/>
                <a:cs typeface="Times New Roman" panose="02020603050405020304" pitchFamily="18" charset="0"/>
              </a:rPr>
              <a:t>PGNO:</a:t>
            </a:r>
            <a:fld id="{B54A08B0-5A9A-4946-919B-A6856108856E}" type="slidenum">
              <a:rPr lang="en-IN" smtClean="0">
                <a:solidFill>
                  <a:schemeClr val="tx1"/>
                </a:solidFill>
              </a:rPr>
              <a:t>31</a:t>
            </a:fld>
            <a:endParaRPr lang="en-IN" dirty="0">
              <a:solidFill>
                <a:schemeClr val="tx1"/>
              </a:solidFill>
            </a:endParaRPr>
          </a:p>
        </p:txBody>
      </p:sp>
      <p:sp>
        <p:nvSpPr>
          <p:cNvPr id="3" name="Rectangle 2">
            <a:extLst>
              <a:ext uri="{FF2B5EF4-FFF2-40B4-BE49-F238E27FC236}">
                <a16:creationId xmlns:a16="http://schemas.microsoft.com/office/drawing/2014/main" id="{A0D082D2-999B-471A-B89F-0A7D4AA240AA}"/>
              </a:ext>
            </a:extLst>
          </p:cNvPr>
          <p:cNvSpPr>
            <a:spLocks noChangeArrowheads="1"/>
          </p:cNvSpPr>
          <p:nvPr/>
        </p:nvSpPr>
        <p:spPr bwMode="auto">
          <a:xfrm>
            <a:off x="355632" y="317232"/>
            <a:ext cx="2774862"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Table </a:t>
            </a: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Name: question</a:t>
            </a:r>
            <a:endParaRPr kumimoji="0" lang="en-US" altLang="en-US" sz="20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AB4DE1E5-3A00-43F3-A09A-1B5F10509317}"/>
              </a:ext>
            </a:extLst>
          </p:cNvPr>
          <p:cNvGraphicFramePr>
            <a:graphicFrameLocks noGrp="1"/>
          </p:cNvGraphicFramePr>
          <p:nvPr/>
        </p:nvGraphicFramePr>
        <p:xfrm>
          <a:off x="494054" y="1008826"/>
          <a:ext cx="5838059" cy="2229228"/>
        </p:xfrm>
        <a:graphic>
          <a:graphicData uri="http://schemas.openxmlformats.org/drawingml/2006/table">
            <a:tbl>
              <a:tblPr firstRow="1" firstCol="1" bandRow="1">
                <a:tableStyleId>{5C22544A-7EE6-4342-B048-85BDC9FD1C3A}</a:tableStyleId>
              </a:tblPr>
              <a:tblGrid>
                <a:gridCol w="1382398">
                  <a:extLst>
                    <a:ext uri="{9D8B030D-6E8A-4147-A177-3AD203B41FA5}">
                      <a16:colId xmlns:a16="http://schemas.microsoft.com/office/drawing/2014/main" val="1223481789"/>
                    </a:ext>
                  </a:extLst>
                </a:gridCol>
                <a:gridCol w="856858">
                  <a:extLst>
                    <a:ext uri="{9D8B030D-6E8A-4147-A177-3AD203B41FA5}">
                      <a16:colId xmlns:a16="http://schemas.microsoft.com/office/drawing/2014/main" val="2338442312"/>
                    </a:ext>
                  </a:extLst>
                </a:gridCol>
                <a:gridCol w="1085353">
                  <a:extLst>
                    <a:ext uri="{9D8B030D-6E8A-4147-A177-3AD203B41FA5}">
                      <a16:colId xmlns:a16="http://schemas.microsoft.com/office/drawing/2014/main" val="3756819616"/>
                    </a:ext>
                  </a:extLst>
                </a:gridCol>
                <a:gridCol w="2513450">
                  <a:extLst>
                    <a:ext uri="{9D8B030D-6E8A-4147-A177-3AD203B41FA5}">
                      <a16:colId xmlns:a16="http://schemas.microsoft.com/office/drawing/2014/main" val="2812708602"/>
                    </a:ext>
                  </a:extLst>
                </a:gridCol>
              </a:tblGrid>
              <a:tr h="185769">
                <a:tc>
                  <a:txBody>
                    <a:bodyPr/>
                    <a:lstStyle/>
                    <a:p>
                      <a:pPr algn="ctr">
                        <a:spcAft>
                          <a:spcPts val="0"/>
                        </a:spcAft>
                      </a:pPr>
                      <a:r>
                        <a:rPr lang="en-US" sz="1200">
                          <a:effectLst/>
                        </a:rPr>
                        <a:t>Column</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Data Type</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Index</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Description</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43208766"/>
                  </a:ext>
                </a:extLst>
              </a:tr>
              <a:tr h="185769">
                <a:tc>
                  <a:txBody>
                    <a:bodyPr/>
                    <a:lstStyle/>
                    <a:p>
                      <a:pPr>
                        <a:spcAft>
                          <a:spcPts val="0"/>
                        </a:spcAft>
                      </a:pPr>
                      <a:r>
                        <a:rPr lang="en-US" sz="1200" dirty="0" err="1">
                          <a:effectLst/>
                        </a:rPr>
                        <a:t>Qid</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int(10)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dirty="0">
                          <a:effectLst/>
                        </a:rPr>
                        <a:t>Primary key</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QID</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184164403"/>
                  </a:ext>
                </a:extLst>
              </a:tr>
              <a:tr h="185769">
                <a:tc>
                  <a:txBody>
                    <a:bodyPr/>
                    <a:lstStyle/>
                    <a:p>
                      <a:pPr>
                        <a:spcAft>
                          <a:spcPts val="0"/>
                        </a:spcAft>
                      </a:pPr>
                      <a:r>
                        <a:rPr lang="en-US" sz="1200">
                          <a:effectLst/>
                        </a:rPr>
                        <a:t>Question</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text</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Not null</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Question</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198674604"/>
                  </a:ext>
                </a:extLst>
              </a:tr>
              <a:tr h="185769">
                <a:tc>
                  <a:txBody>
                    <a:bodyPr/>
                    <a:lstStyle/>
                    <a:p>
                      <a:pPr>
                        <a:spcAft>
                          <a:spcPts val="0"/>
                        </a:spcAft>
                      </a:pPr>
                      <a:r>
                        <a:rPr lang="en-US" sz="1200">
                          <a:effectLst/>
                        </a:rPr>
                        <a:t>option1</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text</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Not null</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Option 1</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765142192"/>
                  </a:ext>
                </a:extLst>
              </a:tr>
              <a:tr h="185769">
                <a:tc>
                  <a:txBody>
                    <a:bodyPr/>
                    <a:lstStyle/>
                    <a:p>
                      <a:pPr>
                        <a:spcAft>
                          <a:spcPts val="0"/>
                        </a:spcAft>
                      </a:pPr>
                      <a:r>
                        <a:rPr lang="en-US" sz="1200">
                          <a:effectLst/>
                        </a:rPr>
                        <a:t>option2</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dirty="0">
                          <a:effectLst/>
                        </a:rPr>
                        <a:t>text</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dirty="0">
                          <a:effectLst/>
                        </a:rPr>
                        <a:t>Not null</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Option 2</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528973720"/>
                  </a:ext>
                </a:extLst>
              </a:tr>
              <a:tr h="185769">
                <a:tc>
                  <a:txBody>
                    <a:bodyPr/>
                    <a:lstStyle/>
                    <a:p>
                      <a:pPr>
                        <a:spcAft>
                          <a:spcPts val="0"/>
                        </a:spcAft>
                      </a:pPr>
                      <a:r>
                        <a:rPr lang="en-US" sz="1200">
                          <a:effectLst/>
                        </a:rPr>
                        <a:t>option3</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text</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Not null</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Option 3</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541614465"/>
                  </a:ext>
                </a:extLst>
              </a:tr>
              <a:tr h="185769">
                <a:tc>
                  <a:txBody>
                    <a:bodyPr/>
                    <a:lstStyle/>
                    <a:p>
                      <a:pPr>
                        <a:spcAft>
                          <a:spcPts val="0"/>
                        </a:spcAft>
                      </a:pPr>
                      <a:r>
                        <a:rPr lang="en-US" sz="1200">
                          <a:effectLst/>
                        </a:rPr>
                        <a:t>option4</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text</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Not null</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dirty="0">
                          <a:effectLst/>
                        </a:rPr>
                        <a:t>Option 4</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559008729"/>
                  </a:ext>
                </a:extLst>
              </a:tr>
              <a:tr h="371538">
                <a:tc>
                  <a:txBody>
                    <a:bodyPr/>
                    <a:lstStyle/>
                    <a:p>
                      <a:pPr>
                        <a:spcAft>
                          <a:spcPts val="0"/>
                        </a:spcAft>
                      </a:pPr>
                      <a:r>
                        <a:rPr lang="en-US" sz="1200">
                          <a:effectLst/>
                        </a:rPr>
                        <a:t>Answer</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varchar(25)</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Not null</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Answer</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09620359"/>
                  </a:ext>
                </a:extLst>
              </a:tr>
              <a:tr h="185769">
                <a:tc>
                  <a:txBody>
                    <a:bodyPr/>
                    <a:lstStyle/>
                    <a:p>
                      <a:pPr>
                        <a:spcAft>
                          <a:spcPts val="0"/>
                        </a:spcAft>
                      </a:pPr>
                      <a:r>
                        <a:rPr lang="en-US" sz="1200">
                          <a:effectLst/>
                        </a:rPr>
                        <a:t>Img</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dirty="0">
                          <a:effectLst/>
                        </a:rPr>
                        <a:t>text</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Not null</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Img</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97049964"/>
                  </a:ext>
                </a:extLst>
              </a:tr>
              <a:tr h="371538">
                <a:tc>
                  <a:txBody>
                    <a:bodyPr/>
                    <a:lstStyle/>
                    <a:p>
                      <a:pPr>
                        <a:spcAft>
                          <a:spcPts val="0"/>
                        </a:spcAft>
                      </a:pPr>
                      <a:r>
                        <a:rPr lang="en-US" sz="1200">
                          <a:effectLst/>
                        </a:rPr>
                        <a:t>Status</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varchar(10)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Not null</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dirty="0">
                          <a:effectLst/>
                        </a:rPr>
                        <a:t>Status</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442659680"/>
                  </a:ext>
                </a:extLst>
              </a:tr>
            </a:tbl>
          </a:graphicData>
        </a:graphic>
      </p:graphicFrame>
      <p:graphicFrame>
        <p:nvGraphicFramePr>
          <p:cNvPr id="5" name="Table 4">
            <a:extLst>
              <a:ext uri="{FF2B5EF4-FFF2-40B4-BE49-F238E27FC236}">
                <a16:creationId xmlns:a16="http://schemas.microsoft.com/office/drawing/2014/main" id="{DBD0A994-FD1A-46E2-B7F5-C7D7B187F6A8}"/>
              </a:ext>
            </a:extLst>
          </p:cNvPr>
          <p:cNvGraphicFramePr>
            <a:graphicFrameLocks noGrp="1"/>
          </p:cNvGraphicFramePr>
          <p:nvPr/>
        </p:nvGraphicFramePr>
        <p:xfrm>
          <a:off x="494054" y="4104303"/>
          <a:ext cx="5840730" cy="1645920"/>
        </p:xfrm>
        <a:graphic>
          <a:graphicData uri="http://schemas.openxmlformats.org/drawingml/2006/table">
            <a:tbl>
              <a:tblPr firstRow="1" firstCol="1" bandRow="1">
                <a:tableStyleId>{5C22544A-7EE6-4342-B048-85BDC9FD1C3A}</a:tableStyleId>
              </a:tblPr>
              <a:tblGrid>
                <a:gridCol w="1383030">
                  <a:extLst>
                    <a:ext uri="{9D8B030D-6E8A-4147-A177-3AD203B41FA5}">
                      <a16:colId xmlns:a16="http://schemas.microsoft.com/office/drawing/2014/main" val="3358734606"/>
                    </a:ext>
                  </a:extLst>
                </a:gridCol>
                <a:gridCol w="857250">
                  <a:extLst>
                    <a:ext uri="{9D8B030D-6E8A-4147-A177-3AD203B41FA5}">
                      <a16:colId xmlns:a16="http://schemas.microsoft.com/office/drawing/2014/main" val="2463195230"/>
                    </a:ext>
                  </a:extLst>
                </a:gridCol>
                <a:gridCol w="1085850">
                  <a:extLst>
                    <a:ext uri="{9D8B030D-6E8A-4147-A177-3AD203B41FA5}">
                      <a16:colId xmlns:a16="http://schemas.microsoft.com/office/drawing/2014/main" val="3316416900"/>
                    </a:ext>
                  </a:extLst>
                </a:gridCol>
                <a:gridCol w="2514600">
                  <a:extLst>
                    <a:ext uri="{9D8B030D-6E8A-4147-A177-3AD203B41FA5}">
                      <a16:colId xmlns:a16="http://schemas.microsoft.com/office/drawing/2014/main" val="913398808"/>
                    </a:ext>
                  </a:extLst>
                </a:gridCol>
              </a:tblGrid>
              <a:tr h="0">
                <a:tc>
                  <a:txBody>
                    <a:bodyPr/>
                    <a:lstStyle/>
                    <a:p>
                      <a:pPr algn="ctr">
                        <a:spcAft>
                          <a:spcPts val="0"/>
                        </a:spcAft>
                      </a:pPr>
                      <a:r>
                        <a:rPr lang="en-US" sz="1200">
                          <a:effectLst/>
                        </a:rPr>
                        <a:t>Column</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Data Type</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Index</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Description</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522709554"/>
                  </a:ext>
                </a:extLst>
              </a:tr>
              <a:tr h="0">
                <a:tc>
                  <a:txBody>
                    <a:bodyPr/>
                    <a:lstStyle/>
                    <a:p>
                      <a:pPr>
                        <a:spcAft>
                          <a:spcPts val="0"/>
                        </a:spcAft>
                      </a:pPr>
                      <a:r>
                        <a:rPr lang="en-US" sz="1200">
                          <a:effectLst/>
                        </a:rPr>
                        <a:t>Stated</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int(10)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Primary key</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State ID</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786148742"/>
                  </a:ext>
                </a:extLst>
              </a:tr>
              <a:tr h="0">
                <a:tc>
                  <a:txBody>
                    <a:bodyPr/>
                    <a:lstStyle/>
                    <a:p>
                      <a:pPr>
                        <a:spcAft>
                          <a:spcPts val="0"/>
                        </a:spcAft>
                      </a:pPr>
                      <a:r>
                        <a:rPr lang="en-US" sz="1200">
                          <a:effectLst/>
                        </a:rPr>
                        <a:t>State</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varchar(50)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Not null</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State</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591581522"/>
                  </a:ext>
                </a:extLst>
              </a:tr>
              <a:tr h="0">
                <a:tc>
                  <a:txBody>
                    <a:bodyPr/>
                    <a:lstStyle/>
                    <a:p>
                      <a:pPr>
                        <a:spcAft>
                          <a:spcPts val="0"/>
                        </a:spcAft>
                      </a:pPr>
                      <a:r>
                        <a:rPr lang="en-US" sz="1200">
                          <a:effectLst/>
                        </a:rPr>
                        <a:t>Statecode</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varchar(10)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Not null</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State Code</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096985818"/>
                  </a:ext>
                </a:extLst>
              </a:tr>
              <a:tr h="0">
                <a:tc>
                  <a:txBody>
                    <a:bodyPr/>
                    <a:lstStyle/>
                    <a:p>
                      <a:pPr>
                        <a:spcAft>
                          <a:spcPts val="0"/>
                        </a:spcAft>
                      </a:pPr>
                      <a:r>
                        <a:rPr lang="en-US" sz="1200">
                          <a:effectLst/>
                        </a:rPr>
                        <a:t>Description</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text</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Not null</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Description</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488206279"/>
                  </a:ext>
                </a:extLst>
              </a:tr>
              <a:tr h="0">
                <a:tc>
                  <a:txBody>
                    <a:bodyPr/>
                    <a:lstStyle/>
                    <a:p>
                      <a:pPr>
                        <a:spcAft>
                          <a:spcPts val="0"/>
                        </a:spcAft>
                      </a:pPr>
                      <a:r>
                        <a:rPr lang="en-US" sz="1200">
                          <a:effectLst/>
                        </a:rPr>
                        <a:t>Status</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varchar(10)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Not null</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dirty="0">
                          <a:effectLst/>
                        </a:rPr>
                        <a:t>Status</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489359500"/>
                  </a:ext>
                </a:extLst>
              </a:tr>
            </a:tbl>
          </a:graphicData>
        </a:graphic>
      </p:graphicFrame>
      <p:sp>
        <p:nvSpPr>
          <p:cNvPr id="7" name="Rectangle 1">
            <a:extLst>
              <a:ext uri="{FF2B5EF4-FFF2-40B4-BE49-F238E27FC236}">
                <a16:creationId xmlns:a16="http://schemas.microsoft.com/office/drawing/2014/main" id="{1DE762F5-90A0-4929-8B23-1B5D3059B7E6}"/>
              </a:ext>
            </a:extLst>
          </p:cNvPr>
          <p:cNvSpPr>
            <a:spLocks noChangeArrowheads="1"/>
          </p:cNvSpPr>
          <p:nvPr/>
        </p:nvSpPr>
        <p:spPr bwMode="auto">
          <a:xfrm>
            <a:off x="355632" y="3429000"/>
            <a:ext cx="1238163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Table Name: state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E24FD8FF-A05D-442A-98EB-6211317B57F5}"/>
              </a:ext>
            </a:extLst>
          </p:cNvPr>
          <p:cNvPicPr/>
          <p:nvPr/>
        </p:nvPicPr>
        <p:blipFill>
          <a:blip r:embed="rId2"/>
          <a:stretch>
            <a:fillRect/>
          </a:stretch>
        </p:blipFill>
        <p:spPr>
          <a:xfrm>
            <a:off x="7882110" y="2718941"/>
            <a:ext cx="914400" cy="103822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09159238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1E0597D-BD11-432E-84B1-21905510224A}"/>
              </a:ext>
            </a:extLst>
          </p:cNvPr>
          <p:cNvSpPr>
            <a:spLocks noGrp="1"/>
          </p:cNvSpPr>
          <p:nvPr>
            <p:ph type="sldNum" sz="quarter" idx="12"/>
          </p:nvPr>
        </p:nvSpPr>
        <p:spPr>
          <a:xfrm>
            <a:off x="11224681" y="6382556"/>
            <a:ext cx="683339" cy="365125"/>
          </a:xfrm>
        </p:spPr>
        <p:txBody>
          <a:bodyPr/>
          <a:lstStyle/>
          <a:p>
            <a:r>
              <a:rPr lang="en-IN" b="1" dirty="0">
                <a:solidFill>
                  <a:schemeClr val="tx1"/>
                </a:solidFill>
                <a:latin typeface="Times New Roman" panose="02020603050405020304" pitchFamily="18" charset="0"/>
                <a:cs typeface="Times New Roman" panose="02020603050405020304" pitchFamily="18" charset="0"/>
              </a:rPr>
              <a:t>PGNO:</a:t>
            </a:r>
            <a:fld id="{B54A08B0-5A9A-4946-919B-A6856108856E}" type="slidenum">
              <a:rPr lang="en-IN" smtClean="0">
                <a:solidFill>
                  <a:schemeClr val="tx1"/>
                </a:solidFill>
              </a:rPr>
              <a:t>32</a:t>
            </a:fld>
            <a:endParaRPr lang="en-IN" dirty="0">
              <a:solidFill>
                <a:schemeClr val="tx1"/>
              </a:solidFill>
            </a:endParaRPr>
          </a:p>
        </p:txBody>
      </p:sp>
      <p:graphicFrame>
        <p:nvGraphicFramePr>
          <p:cNvPr id="3" name="Table 2">
            <a:extLst>
              <a:ext uri="{FF2B5EF4-FFF2-40B4-BE49-F238E27FC236}">
                <a16:creationId xmlns:a16="http://schemas.microsoft.com/office/drawing/2014/main" id="{769D85F1-88BC-4836-80FB-52749CCCDE87}"/>
              </a:ext>
            </a:extLst>
          </p:cNvPr>
          <p:cNvGraphicFramePr>
            <a:graphicFrameLocks noGrp="1"/>
          </p:cNvGraphicFramePr>
          <p:nvPr/>
        </p:nvGraphicFramePr>
        <p:xfrm>
          <a:off x="558158" y="883920"/>
          <a:ext cx="5840730" cy="2011680"/>
        </p:xfrm>
        <a:graphic>
          <a:graphicData uri="http://schemas.openxmlformats.org/drawingml/2006/table">
            <a:tbl>
              <a:tblPr firstRow="1" firstCol="1" bandRow="1">
                <a:tableStyleId>{5C22544A-7EE6-4342-B048-85BDC9FD1C3A}</a:tableStyleId>
              </a:tblPr>
              <a:tblGrid>
                <a:gridCol w="1383030">
                  <a:extLst>
                    <a:ext uri="{9D8B030D-6E8A-4147-A177-3AD203B41FA5}">
                      <a16:colId xmlns:a16="http://schemas.microsoft.com/office/drawing/2014/main" val="2173997637"/>
                    </a:ext>
                  </a:extLst>
                </a:gridCol>
                <a:gridCol w="857250">
                  <a:extLst>
                    <a:ext uri="{9D8B030D-6E8A-4147-A177-3AD203B41FA5}">
                      <a16:colId xmlns:a16="http://schemas.microsoft.com/office/drawing/2014/main" val="1675387003"/>
                    </a:ext>
                  </a:extLst>
                </a:gridCol>
                <a:gridCol w="1085850">
                  <a:extLst>
                    <a:ext uri="{9D8B030D-6E8A-4147-A177-3AD203B41FA5}">
                      <a16:colId xmlns:a16="http://schemas.microsoft.com/office/drawing/2014/main" val="3150076556"/>
                    </a:ext>
                  </a:extLst>
                </a:gridCol>
                <a:gridCol w="2514600">
                  <a:extLst>
                    <a:ext uri="{9D8B030D-6E8A-4147-A177-3AD203B41FA5}">
                      <a16:colId xmlns:a16="http://schemas.microsoft.com/office/drawing/2014/main" val="280495972"/>
                    </a:ext>
                  </a:extLst>
                </a:gridCol>
              </a:tblGrid>
              <a:tr h="0">
                <a:tc>
                  <a:txBody>
                    <a:bodyPr/>
                    <a:lstStyle/>
                    <a:p>
                      <a:pPr algn="ctr">
                        <a:spcAft>
                          <a:spcPts val="0"/>
                        </a:spcAft>
                      </a:pPr>
                      <a:r>
                        <a:rPr lang="en-US" sz="1200">
                          <a:effectLst/>
                        </a:rPr>
                        <a:t>Column</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Data Type</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Index</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Description</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224302741"/>
                  </a:ext>
                </a:extLst>
              </a:tr>
              <a:tr h="0">
                <a:tc>
                  <a:txBody>
                    <a:bodyPr/>
                    <a:lstStyle/>
                    <a:p>
                      <a:pPr>
                        <a:spcAft>
                          <a:spcPts val="0"/>
                        </a:spcAft>
                      </a:pPr>
                      <a:r>
                        <a:rPr lang="en-US" sz="1200">
                          <a:effectLst/>
                        </a:rPr>
                        <a:t>Testid</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int(10)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Primary key</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Test ID </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415290188"/>
                  </a:ext>
                </a:extLst>
              </a:tr>
              <a:tr h="0">
                <a:tc>
                  <a:txBody>
                    <a:bodyPr/>
                    <a:lstStyle/>
                    <a:p>
                      <a:pPr>
                        <a:spcAft>
                          <a:spcPts val="0"/>
                        </a:spcAft>
                      </a:pPr>
                      <a:r>
                        <a:rPr lang="en-US" sz="1200">
                          <a:effectLst/>
                        </a:rPr>
                        <a:t>Userid</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int(10)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Foreign key</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User ID</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645695422"/>
                  </a:ext>
                </a:extLst>
              </a:tr>
              <a:tr h="0">
                <a:tc>
                  <a:txBody>
                    <a:bodyPr/>
                    <a:lstStyle/>
                    <a:p>
                      <a:pPr>
                        <a:spcAft>
                          <a:spcPts val="0"/>
                        </a:spcAft>
                      </a:pPr>
                      <a:r>
                        <a:rPr lang="en-US" sz="1200">
                          <a:effectLst/>
                        </a:rPr>
                        <a:t>Examfor</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varchar(25)</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Not null</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Exam For</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604484132"/>
                  </a:ext>
                </a:extLst>
              </a:tr>
              <a:tr h="0">
                <a:tc>
                  <a:txBody>
                    <a:bodyPr/>
                    <a:lstStyle/>
                    <a:p>
                      <a:pPr>
                        <a:spcAft>
                          <a:spcPts val="0"/>
                        </a:spcAft>
                      </a:pPr>
                      <a:r>
                        <a:rPr lang="en-US" sz="1200">
                          <a:effectLst/>
                        </a:rPr>
                        <a:t>Qid</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int(10)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Foreign key</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Q ID</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203948650"/>
                  </a:ext>
                </a:extLst>
              </a:tr>
              <a:tr h="0">
                <a:tc>
                  <a:txBody>
                    <a:bodyPr/>
                    <a:lstStyle/>
                    <a:p>
                      <a:pPr>
                        <a:spcAft>
                          <a:spcPts val="0"/>
                        </a:spcAft>
                      </a:pPr>
                      <a:r>
                        <a:rPr lang="en-US" sz="1200">
                          <a:effectLst/>
                        </a:rPr>
                        <a:t>Answer</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varchar(10)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dirty="0">
                          <a:effectLst/>
                        </a:rPr>
                        <a:t>Not null</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Answer</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151432266"/>
                  </a:ext>
                </a:extLst>
              </a:tr>
              <a:tr h="0">
                <a:tc>
                  <a:txBody>
                    <a:bodyPr/>
                    <a:lstStyle/>
                    <a:p>
                      <a:pPr>
                        <a:spcAft>
                          <a:spcPts val="0"/>
                        </a:spcAft>
                      </a:pPr>
                      <a:r>
                        <a:rPr lang="en-US" sz="1200">
                          <a:effectLst/>
                        </a:rPr>
                        <a:t>Marks</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int(10)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Not null</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Marks</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896755021"/>
                  </a:ext>
                </a:extLst>
              </a:tr>
              <a:tr h="0">
                <a:tc>
                  <a:txBody>
                    <a:bodyPr/>
                    <a:lstStyle/>
                    <a:p>
                      <a:pPr>
                        <a:spcAft>
                          <a:spcPts val="0"/>
                        </a:spcAft>
                      </a:pPr>
                      <a:r>
                        <a:rPr lang="en-US" sz="1200">
                          <a:effectLst/>
                        </a:rPr>
                        <a:t>Status</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varchar(10)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Not null</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dirty="0">
                          <a:effectLst/>
                        </a:rPr>
                        <a:t>Status</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911463012"/>
                  </a:ext>
                </a:extLst>
              </a:tr>
            </a:tbl>
          </a:graphicData>
        </a:graphic>
      </p:graphicFrame>
      <p:sp>
        <p:nvSpPr>
          <p:cNvPr id="4" name="Rectangle 3">
            <a:extLst>
              <a:ext uri="{FF2B5EF4-FFF2-40B4-BE49-F238E27FC236}">
                <a16:creationId xmlns:a16="http://schemas.microsoft.com/office/drawing/2014/main" id="{0B62A93C-41E9-4DEF-8BDC-C9B28D65A3B7}"/>
              </a:ext>
            </a:extLst>
          </p:cNvPr>
          <p:cNvSpPr/>
          <p:nvPr/>
        </p:nvSpPr>
        <p:spPr>
          <a:xfrm>
            <a:off x="452727" y="196334"/>
            <a:ext cx="2204514" cy="369332"/>
          </a:xfrm>
          <a:prstGeom prst="rect">
            <a:avLst/>
          </a:prstGeom>
        </p:spPr>
        <p:txBody>
          <a:bodyPr wrap="none">
            <a:spAutoFit/>
          </a:bodyPr>
          <a:lstStyle/>
          <a:p>
            <a:pPr marL="285750" lvl="0" indent="-285750" defTabSz="914400" eaLnBrk="0" fontAlgn="base" hangingPunct="0">
              <a:spcBef>
                <a:spcPct val="0"/>
              </a:spcBef>
              <a:spcAft>
                <a:spcPct val="0"/>
              </a:spcAft>
              <a:buFont typeface="Wingdings" panose="05000000000000000000" pitchFamily="2" charset="2"/>
              <a:buChar char="q"/>
            </a:pPr>
            <a:r>
              <a:rPr lang="en-US" altLang="en-US" dirty="0">
                <a:latin typeface="Arial" panose="020B0604020202020204" pitchFamily="34" charset="0"/>
                <a:ea typeface="Times New Roman" panose="02020603050405020304" pitchFamily="18" charset="0"/>
              </a:rPr>
              <a:t>Table Name: test</a:t>
            </a:r>
            <a:endParaRPr lang="en-US" altLang="en-US" b="1" dirty="0">
              <a:latin typeface="Arial" panose="020B0604020202020204" pitchFamily="34" charset="0"/>
              <a:ea typeface="Times New Roman" panose="02020603050405020304" pitchFamily="18" charset="0"/>
            </a:endParaRPr>
          </a:p>
        </p:txBody>
      </p:sp>
      <p:graphicFrame>
        <p:nvGraphicFramePr>
          <p:cNvPr id="7" name="Table 6">
            <a:extLst>
              <a:ext uri="{FF2B5EF4-FFF2-40B4-BE49-F238E27FC236}">
                <a16:creationId xmlns:a16="http://schemas.microsoft.com/office/drawing/2014/main" id="{95AFBBE8-45E6-4329-8A59-BA17268EB8B0}"/>
              </a:ext>
            </a:extLst>
          </p:cNvPr>
          <p:cNvGraphicFramePr>
            <a:graphicFrameLocks noGrp="1"/>
          </p:cNvGraphicFramePr>
          <p:nvPr/>
        </p:nvGraphicFramePr>
        <p:xfrm>
          <a:off x="558158" y="3846802"/>
          <a:ext cx="5840730" cy="2194560"/>
        </p:xfrm>
        <a:graphic>
          <a:graphicData uri="http://schemas.openxmlformats.org/drawingml/2006/table">
            <a:tbl>
              <a:tblPr firstRow="1" firstCol="1" bandRow="1">
                <a:tableStyleId>{5C22544A-7EE6-4342-B048-85BDC9FD1C3A}</a:tableStyleId>
              </a:tblPr>
              <a:tblGrid>
                <a:gridCol w="1381760">
                  <a:extLst>
                    <a:ext uri="{9D8B030D-6E8A-4147-A177-3AD203B41FA5}">
                      <a16:colId xmlns:a16="http://schemas.microsoft.com/office/drawing/2014/main" val="2798840844"/>
                    </a:ext>
                  </a:extLst>
                </a:gridCol>
                <a:gridCol w="858520">
                  <a:extLst>
                    <a:ext uri="{9D8B030D-6E8A-4147-A177-3AD203B41FA5}">
                      <a16:colId xmlns:a16="http://schemas.microsoft.com/office/drawing/2014/main" val="642053450"/>
                    </a:ext>
                  </a:extLst>
                </a:gridCol>
                <a:gridCol w="1085850">
                  <a:extLst>
                    <a:ext uri="{9D8B030D-6E8A-4147-A177-3AD203B41FA5}">
                      <a16:colId xmlns:a16="http://schemas.microsoft.com/office/drawing/2014/main" val="1577703211"/>
                    </a:ext>
                  </a:extLst>
                </a:gridCol>
                <a:gridCol w="2514600">
                  <a:extLst>
                    <a:ext uri="{9D8B030D-6E8A-4147-A177-3AD203B41FA5}">
                      <a16:colId xmlns:a16="http://schemas.microsoft.com/office/drawing/2014/main" val="3248957330"/>
                    </a:ext>
                  </a:extLst>
                </a:gridCol>
              </a:tblGrid>
              <a:tr h="0">
                <a:tc>
                  <a:txBody>
                    <a:bodyPr/>
                    <a:lstStyle/>
                    <a:p>
                      <a:pPr algn="ctr">
                        <a:spcAft>
                          <a:spcPts val="0"/>
                        </a:spcAft>
                      </a:pPr>
                      <a:r>
                        <a:rPr lang="en-US" sz="1200">
                          <a:effectLst/>
                        </a:rPr>
                        <a:t>Column</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Data Type</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Index</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Description</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685098621"/>
                  </a:ext>
                </a:extLst>
              </a:tr>
              <a:tr h="0">
                <a:tc>
                  <a:txBody>
                    <a:bodyPr/>
                    <a:lstStyle/>
                    <a:p>
                      <a:pPr>
                        <a:spcAft>
                          <a:spcPts val="0"/>
                        </a:spcAft>
                      </a:pPr>
                      <a:r>
                        <a:rPr lang="en-US" sz="1200">
                          <a:effectLst/>
                        </a:rPr>
                        <a:t>Userid</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int(10)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Primary key</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User ID</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577008423"/>
                  </a:ext>
                </a:extLst>
              </a:tr>
              <a:tr h="0">
                <a:tc>
                  <a:txBody>
                    <a:bodyPr/>
                    <a:lstStyle/>
                    <a:p>
                      <a:pPr>
                        <a:spcAft>
                          <a:spcPts val="0"/>
                        </a:spcAft>
                      </a:pPr>
                      <a:r>
                        <a:rPr lang="en-US" sz="1200">
                          <a:effectLst/>
                        </a:rPr>
                        <a:t>Name</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varchar(20)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Not null</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Name</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639358614"/>
                  </a:ext>
                </a:extLst>
              </a:tr>
              <a:tr h="0">
                <a:tc>
                  <a:txBody>
                    <a:bodyPr/>
                    <a:lstStyle/>
                    <a:p>
                      <a:pPr>
                        <a:spcAft>
                          <a:spcPts val="0"/>
                        </a:spcAft>
                      </a:pPr>
                      <a:r>
                        <a:rPr lang="en-US" sz="1200">
                          <a:effectLst/>
                        </a:rPr>
                        <a:t>Emailed</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varchar(25)</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Not null</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Email ID</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700528726"/>
                  </a:ext>
                </a:extLst>
              </a:tr>
              <a:tr h="0">
                <a:tc>
                  <a:txBody>
                    <a:bodyPr/>
                    <a:lstStyle/>
                    <a:p>
                      <a:pPr>
                        <a:spcAft>
                          <a:spcPts val="0"/>
                        </a:spcAft>
                      </a:pPr>
                      <a:r>
                        <a:rPr lang="en-US" sz="1200">
                          <a:effectLst/>
                        </a:rPr>
                        <a:t>Password</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varchar(100)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Not null</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Password</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816091470"/>
                  </a:ext>
                </a:extLst>
              </a:tr>
              <a:tr h="0">
                <a:tc>
                  <a:txBody>
                    <a:bodyPr/>
                    <a:lstStyle/>
                    <a:p>
                      <a:pPr>
                        <a:spcAft>
                          <a:spcPts val="0"/>
                        </a:spcAft>
                      </a:pPr>
                      <a:r>
                        <a:rPr lang="en-US" sz="1200">
                          <a:effectLst/>
                        </a:rPr>
                        <a:t>Contactno</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varchar(15)</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Not null</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Contact No</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482676935"/>
                  </a:ext>
                </a:extLst>
              </a:tr>
              <a:tr h="0">
                <a:tc>
                  <a:txBody>
                    <a:bodyPr/>
                    <a:lstStyle/>
                    <a:p>
                      <a:pPr>
                        <a:spcAft>
                          <a:spcPts val="0"/>
                        </a:spcAft>
                      </a:pPr>
                      <a:r>
                        <a:rPr lang="en-US" sz="1200">
                          <a:effectLst/>
                        </a:rPr>
                        <a:t>Status</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varchar(10)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Not null</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dirty="0">
                          <a:effectLst/>
                        </a:rPr>
                        <a:t>Status</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409348514"/>
                  </a:ext>
                </a:extLst>
              </a:tr>
            </a:tbl>
          </a:graphicData>
        </a:graphic>
      </p:graphicFrame>
      <p:sp>
        <p:nvSpPr>
          <p:cNvPr id="8" name="Rectangle 2">
            <a:extLst>
              <a:ext uri="{FF2B5EF4-FFF2-40B4-BE49-F238E27FC236}">
                <a16:creationId xmlns:a16="http://schemas.microsoft.com/office/drawing/2014/main" id="{84F419F2-848C-4F8A-8D0F-CE63AAC33DE6}"/>
              </a:ext>
            </a:extLst>
          </p:cNvPr>
          <p:cNvSpPr>
            <a:spLocks noChangeArrowheads="1"/>
          </p:cNvSpPr>
          <p:nvPr/>
        </p:nvSpPr>
        <p:spPr bwMode="auto">
          <a:xfrm>
            <a:off x="452727" y="3118751"/>
            <a:ext cx="2334037"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Table Name: user</a:t>
            </a:r>
            <a:endParaRPr kumimoji="0" lang="en-US" altLang="en-US" sz="20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BD8DB62B-5DAE-456C-A9CD-BF9ABB563D8B}"/>
              </a:ext>
            </a:extLst>
          </p:cNvPr>
          <p:cNvPicPr/>
          <p:nvPr/>
        </p:nvPicPr>
        <p:blipFill>
          <a:blip r:embed="rId2"/>
          <a:stretch>
            <a:fillRect/>
          </a:stretch>
        </p:blipFill>
        <p:spPr>
          <a:xfrm>
            <a:off x="8319466" y="3125857"/>
            <a:ext cx="933450" cy="12954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98846069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171ACDC-ED27-4694-AACA-58FCC0E125BB}"/>
              </a:ext>
            </a:extLst>
          </p:cNvPr>
          <p:cNvSpPr>
            <a:spLocks noGrp="1"/>
          </p:cNvSpPr>
          <p:nvPr>
            <p:ph type="sldNum" sz="quarter" idx="12"/>
          </p:nvPr>
        </p:nvSpPr>
        <p:spPr>
          <a:xfrm>
            <a:off x="10897135" y="6246078"/>
            <a:ext cx="867236" cy="365125"/>
          </a:xfrm>
        </p:spPr>
        <p:txBody>
          <a:bodyPr/>
          <a:lstStyle/>
          <a:p>
            <a:r>
              <a:rPr lang="en-IN" b="1" dirty="0">
                <a:solidFill>
                  <a:schemeClr val="tx1"/>
                </a:solidFill>
                <a:latin typeface="Times New Roman" panose="02020603050405020304" pitchFamily="18" charset="0"/>
                <a:cs typeface="Times New Roman" panose="02020603050405020304" pitchFamily="18" charset="0"/>
              </a:rPr>
              <a:t>PGNO:</a:t>
            </a:r>
            <a:fld id="{B54A08B0-5A9A-4946-919B-A6856108856E}" type="slidenum">
              <a:rPr lang="en-IN" smtClean="0">
                <a:solidFill>
                  <a:schemeClr val="tx1"/>
                </a:solidFill>
              </a:rPr>
              <a:t>33</a:t>
            </a:fld>
            <a:endParaRPr lang="en-IN" dirty="0">
              <a:solidFill>
                <a:schemeClr val="tx1"/>
              </a:solidFill>
            </a:endParaRPr>
          </a:p>
        </p:txBody>
      </p:sp>
      <p:sp>
        <p:nvSpPr>
          <p:cNvPr id="3" name="Rectangle 1">
            <a:extLst>
              <a:ext uri="{FF2B5EF4-FFF2-40B4-BE49-F238E27FC236}">
                <a16:creationId xmlns:a16="http://schemas.microsoft.com/office/drawing/2014/main" id="{BAF07097-7091-4FF1-BC28-F1CD2B09B59D}"/>
              </a:ext>
            </a:extLst>
          </p:cNvPr>
          <p:cNvSpPr>
            <a:spLocks noChangeArrowheads="1"/>
          </p:cNvSpPr>
          <p:nvPr/>
        </p:nvSpPr>
        <p:spPr bwMode="auto">
          <a:xfrm>
            <a:off x="515730" y="144081"/>
            <a:ext cx="2133661"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Table Name: llr</a:t>
            </a:r>
            <a:endParaRPr kumimoji="0" lang="en-US" altLang="en-US" sz="20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C243C91C-ADAE-4926-849C-3FA7CC12AC8B}"/>
              </a:ext>
            </a:extLst>
          </p:cNvPr>
          <p:cNvGraphicFramePr>
            <a:graphicFrameLocks noGrp="1"/>
          </p:cNvGraphicFramePr>
          <p:nvPr/>
        </p:nvGraphicFramePr>
        <p:xfrm>
          <a:off x="621416" y="683553"/>
          <a:ext cx="6674734" cy="4869524"/>
        </p:xfrm>
        <a:graphic>
          <a:graphicData uri="http://schemas.openxmlformats.org/drawingml/2006/table">
            <a:tbl>
              <a:tblPr firstRow="1" firstCol="1" bandRow="1">
                <a:tableStyleId>{5C22544A-7EE6-4342-B048-85BDC9FD1C3A}</a:tableStyleId>
              </a:tblPr>
              <a:tblGrid>
                <a:gridCol w="1579063">
                  <a:extLst>
                    <a:ext uri="{9D8B030D-6E8A-4147-A177-3AD203B41FA5}">
                      <a16:colId xmlns:a16="http://schemas.microsoft.com/office/drawing/2014/main" val="533983582"/>
                    </a:ext>
                  </a:extLst>
                </a:gridCol>
                <a:gridCol w="981109">
                  <a:extLst>
                    <a:ext uri="{9D8B030D-6E8A-4147-A177-3AD203B41FA5}">
                      <a16:colId xmlns:a16="http://schemas.microsoft.com/office/drawing/2014/main" val="3113617949"/>
                    </a:ext>
                  </a:extLst>
                </a:gridCol>
                <a:gridCol w="1240900">
                  <a:extLst>
                    <a:ext uri="{9D8B030D-6E8A-4147-A177-3AD203B41FA5}">
                      <a16:colId xmlns:a16="http://schemas.microsoft.com/office/drawing/2014/main" val="3961803489"/>
                    </a:ext>
                  </a:extLst>
                </a:gridCol>
                <a:gridCol w="2873662">
                  <a:extLst>
                    <a:ext uri="{9D8B030D-6E8A-4147-A177-3AD203B41FA5}">
                      <a16:colId xmlns:a16="http://schemas.microsoft.com/office/drawing/2014/main" val="3651447676"/>
                    </a:ext>
                  </a:extLst>
                </a:gridCol>
              </a:tblGrid>
              <a:tr h="221342">
                <a:tc>
                  <a:txBody>
                    <a:bodyPr/>
                    <a:lstStyle/>
                    <a:p>
                      <a:pPr algn="ctr">
                        <a:spcAft>
                          <a:spcPts val="0"/>
                        </a:spcAft>
                      </a:pPr>
                      <a:r>
                        <a:rPr lang="en-US" sz="1200">
                          <a:effectLst/>
                        </a:rPr>
                        <a:t>Column</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tc>
                  <a:txBody>
                    <a:bodyPr/>
                    <a:lstStyle/>
                    <a:p>
                      <a:pPr>
                        <a:spcAft>
                          <a:spcPts val="0"/>
                        </a:spcAft>
                      </a:pPr>
                      <a:r>
                        <a:rPr lang="en-US" sz="1200">
                          <a:effectLst/>
                        </a:rPr>
                        <a:t>Data Type</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tc>
                  <a:txBody>
                    <a:bodyPr/>
                    <a:lstStyle/>
                    <a:p>
                      <a:pPr>
                        <a:spcAft>
                          <a:spcPts val="0"/>
                        </a:spcAft>
                      </a:pPr>
                      <a:r>
                        <a:rPr lang="en-US" sz="1200" dirty="0">
                          <a:effectLst/>
                        </a:rPr>
                        <a:t>Index</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tc>
                  <a:txBody>
                    <a:bodyPr/>
                    <a:lstStyle/>
                    <a:p>
                      <a:pPr>
                        <a:spcAft>
                          <a:spcPts val="0"/>
                        </a:spcAft>
                      </a:pPr>
                      <a:r>
                        <a:rPr lang="en-US" sz="1200" dirty="0">
                          <a:effectLst/>
                        </a:rPr>
                        <a:t>Description</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extLst>
                  <a:ext uri="{0D108BD9-81ED-4DB2-BD59-A6C34878D82A}">
                    <a16:rowId xmlns:a16="http://schemas.microsoft.com/office/drawing/2014/main" val="1214044894"/>
                  </a:ext>
                </a:extLst>
              </a:tr>
              <a:tr h="221342">
                <a:tc>
                  <a:txBody>
                    <a:bodyPr/>
                    <a:lstStyle/>
                    <a:p>
                      <a:pPr>
                        <a:spcAft>
                          <a:spcPts val="0"/>
                        </a:spcAft>
                      </a:pPr>
                      <a:r>
                        <a:rPr lang="en-US" sz="1200">
                          <a:effectLst/>
                        </a:rPr>
                        <a:t>Llrid</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tc>
                  <a:txBody>
                    <a:bodyPr/>
                    <a:lstStyle/>
                    <a:p>
                      <a:pPr>
                        <a:spcAft>
                          <a:spcPts val="0"/>
                        </a:spcAft>
                      </a:pPr>
                      <a:r>
                        <a:rPr lang="en-US" sz="1200">
                          <a:effectLst/>
                        </a:rPr>
                        <a:t>int(10)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tc>
                  <a:txBody>
                    <a:bodyPr/>
                    <a:lstStyle/>
                    <a:p>
                      <a:pPr>
                        <a:spcAft>
                          <a:spcPts val="0"/>
                        </a:spcAft>
                      </a:pPr>
                      <a:r>
                        <a:rPr lang="en-US" sz="1200">
                          <a:effectLst/>
                        </a:rPr>
                        <a:t>Primary key</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tc>
                  <a:txBody>
                    <a:bodyPr/>
                    <a:lstStyle/>
                    <a:p>
                      <a:pPr>
                        <a:spcAft>
                          <a:spcPts val="0"/>
                        </a:spcAft>
                      </a:pPr>
                      <a:r>
                        <a:rPr lang="en-US" sz="1200" dirty="0">
                          <a:effectLst/>
                        </a:rPr>
                        <a:t>LLR ID</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extLst>
                  <a:ext uri="{0D108BD9-81ED-4DB2-BD59-A6C34878D82A}">
                    <a16:rowId xmlns:a16="http://schemas.microsoft.com/office/drawing/2014/main" val="636279177"/>
                  </a:ext>
                </a:extLst>
              </a:tr>
              <a:tr h="221342">
                <a:tc>
                  <a:txBody>
                    <a:bodyPr/>
                    <a:lstStyle/>
                    <a:p>
                      <a:pPr>
                        <a:spcAft>
                          <a:spcPts val="0"/>
                        </a:spcAft>
                      </a:pPr>
                      <a:r>
                        <a:rPr lang="en-US" sz="1200">
                          <a:effectLst/>
                        </a:rPr>
                        <a:t>Llrtype</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tc>
                  <a:txBody>
                    <a:bodyPr/>
                    <a:lstStyle/>
                    <a:p>
                      <a:pPr>
                        <a:spcAft>
                          <a:spcPts val="0"/>
                        </a:spcAft>
                      </a:pPr>
                      <a:r>
                        <a:rPr lang="en-US" sz="1200">
                          <a:effectLst/>
                        </a:rPr>
                        <a:t>varchar(50)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tc>
                  <a:txBody>
                    <a:bodyPr/>
                    <a:lstStyle/>
                    <a:p>
                      <a:pPr>
                        <a:spcAft>
                          <a:spcPts val="0"/>
                        </a:spcAft>
                      </a:pPr>
                      <a:r>
                        <a:rPr lang="en-US" sz="1200">
                          <a:effectLst/>
                        </a:rPr>
                        <a:t>Not null</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tc>
                  <a:txBody>
                    <a:bodyPr/>
                    <a:lstStyle/>
                    <a:p>
                      <a:pPr>
                        <a:spcAft>
                          <a:spcPts val="0"/>
                        </a:spcAft>
                      </a:pPr>
                      <a:r>
                        <a:rPr lang="en-US" sz="1200" dirty="0">
                          <a:effectLst/>
                        </a:rPr>
                        <a:t>LLR Type</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extLst>
                  <a:ext uri="{0D108BD9-81ED-4DB2-BD59-A6C34878D82A}">
                    <a16:rowId xmlns:a16="http://schemas.microsoft.com/office/drawing/2014/main" val="355419631"/>
                  </a:ext>
                </a:extLst>
              </a:tr>
              <a:tr h="221342">
                <a:tc>
                  <a:txBody>
                    <a:bodyPr/>
                    <a:lstStyle/>
                    <a:p>
                      <a:pPr>
                        <a:spcAft>
                          <a:spcPts val="0"/>
                        </a:spcAft>
                      </a:pPr>
                      <a:r>
                        <a:rPr lang="en-US" sz="1200">
                          <a:effectLst/>
                        </a:rPr>
                        <a:t>Stated</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tc>
                  <a:txBody>
                    <a:bodyPr/>
                    <a:lstStyle/>
                    <a:p>
                      <a:pPr>
                        <a:spcAft>
                          <a:spcPts val="0"/>
                        </a:spcAft>
                      </a:pPr>
                      <a:r>
                        <a:rPr lang="en-US" sz="1200">
                          <a:effectLst/>
                        </a:rPr>
                        <a:t>int(10)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tc>
                  <a:txBody>
                    <a:bodyPr/>
                    <a:lstStyle/>
                    <a:p>
                      <a:pPr>
                        <a:spcAft>
                          <a:spcPts val="0"/>
                        </a:spcAft>
                      </a:pPr>
                      <a:r>
                        <a:rPr lang="en-US" sz="1200">
                          <a:effectLst/>
                        </a:rPr>
                        <a:t>Foreign key</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tc>
                  <a:txBody>
                    <a:bodyPr/>
                    <a:lstStyle/>
                    <a:p>
                      <a:pPr>
                        <a:spcAft>
                          <a:spcPts val="0"/>
                        </a:spcAft>
                      </a:pPr>
                      <a:r>
                        <a:rPr lang="en-US" sz="1200">
                          <a:effectLst/>
                        </a:rPr>
                        <a:t>State ID</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extLst>
                  <a:ext uri="{0D108BD9-81ED-4DB2-BD59-A6C34878D82A}">
                    <a16:rowId xmlns:a16="http://schemas.microsoft.com/office/drawing/2014/main" val="1333279086"/>
                  </a:ext>
                </a:extLst>
              </a:tr>
              <a:tr h="221342">
                <a:tc>
                  <a:txBody>
                    <a:bodyPr/>
                    <a:lstStyle/>
                    <a:p>
                      <a:pPr>
                        <a:spcAft>
                          <a:spcPts val="0"/>
                        </a:spcAft>
                      </a:pPr>
                      <a:r>
                        <a:rPr lang="en-US" sz="1200">
                          <a:effectLst/>
                        </a:rPr>
                        <a:t>Cityid</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tc>
                  <a:txBody>
                    <a:bodyPr/>
                    <a:lstStyle/>
                    <a:p>
                      <a:pPr>
                        <a:spcAft>
                          <a:spcPts val="0"/>
                        </a:spcAft>
                      </a:pPr>
                      <a:r>
                        <a:rPr lang="en-US" sz="1200">
                          <a:effectLst/>
                        </a:rPr>
                        <a:t>int(10)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tc>
                  <a:txBody>
                    <a:bodyPr/>
                    <a:lstStyle/>
                    <a:p>
                      <a:pPr>
                        <a:spcAft>
                          <a:spcPts val="0"/>
                        </a:spcAft>
                      </a:pPr>
                      <a:r>
                        <a:rPr lang="en-US" sz="1200">
                          <a:effectLst/>
                        </a:rPr>
                        <a:t>Foreign key</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tc>
                  <a:txBody>
                    <a:bodyPr/>
                    <a:lstStyle/>
                    <a:p>
                      <a:pPr>
                        <a:spcAft>
                          <a:spcPts val="0"/>
                        </a:spcAft>
                      </a:pPr>
                      <a:r>
                        <a:rPr lang="en-US" sz="1200">
                          <a:effectLst/>
                        </a:rPr>
                        <a:t>City ID</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extLst>
                  <a:ext uri="{0D108BD9-81ED-4DB2-BD59-A6C34878D82A}">
                    <a16:rowId xmlns:a16="http://schemas.microsoft.com/office/drawing/2014/main" val="4258010131"/>
                  </a:ext>
                </a:extLst>
              </a:tr>
              <a:tr h="221342">
                <a:tc>
                  <a:txBody>
                    <a:bodyPr/>
                    <a:lstStyle/>
                    <a:p>
                      <a:pPr>
                        <a:spcAft>
                          <a:spcPts val="0"/>
                        </a:spcAft>
                      </a:pPr>
                      <a:r>
                        <a:rPr lang="en-US" sz="1200">
                          <a:effectLst/>
                        </a:rPr>
                        <a:t>Vehicletypeid</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tc>
                  <a:txBody>
                    <a:bodyPr/>
                    <a:lstStyle/>
                    <a:p>
                      <a:pPr>
                        <a:spcAft>
                          <a:spcPts val="0"/>
                        </a:spcAft>
                      </a:pPr>
                      <a:r>
                        <a:rPr lang="en-US" sz="1200">
                          <a:effectLst/>
                        </a:rPr>
                        <a:t>int(10)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tc>
                  <a:txBody>
                    <a:bodyPr/>
                    <a:lstStyle/>
                    <a:p>
                      <a:pPr>
                        <a:spcAft>
                          <a:spcPts val="0"/>
                        </a:spcAft>
                      </a:pPr>
                      <a:r>
                        <a:rPr lang="en-US" sz="1200">
                          <a:effectLst/>
                        </a:rPr>
                        <a:t>Foreign key</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tc>
                  <a:txBody>
                    <a:bodyPr/>
                    <a:lstStyle/>
                    <a:p>
                      <a:pPr>
                        <a:spcAft>
                          <a:spcPts val="0"/>
                        </a:spcAft>
                      </a:pPr>
                      <a:r>
                        <a:rPr lang="en-US" sz="1200">
                          <a:effectLst/>
                        </a:rPr>
                        <a:t>Vehicle Type</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extLst>
                  <a:ext uri="{0D108BD9-81ED-4DB2-BD59-A6C34878D82A}">
                    <a16:rowId xmlns:a16="http://schemas.microsoft.com/office/drawing/2014/main" val="1562669938"/>
                  </a:ext>
                </a:extLst>
              </a:tr>
              <a:tr h="221342">
                <a:tc>
                  <a:txBody>
                    <a:bodyPr/>
                    <a:lstStyle/>
                    <a:p>
                      <a:pPr>
                        <a:spcAft>
                          <a:spcPts val="0"/>
                        </a:spcAft>
                      </a:pPr>
                      <a:r>
                        <a:rPr lang="en-US" sz="1200" dirty="0">
                          <a:effectLst/>
                        </a:rPr>
                        <a:t>Name</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tc>
                  <a:txBody>
                    <a:bodyPr/>
                    <a:lstStyle/>
                    <a:p>
                      <a:pPr>
                        <a:spcAft>
                          <a:spcPts val="0"/>
                        </a:spcAft>
                      </a:pPr>
                      <a:r>
                        <a:rPr lang="en-US" sz="1200">
                          <a:effectLst/>
                        </a:rPr>
                        <a:t>varchar(50)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tc>
                  <a:txBody>
                    <a:bodyPr/>
                    <a:lstStyle/>
                    <a:p>
                      <a:pPr>
                        <a:spcAft>
                          <a:spcPts val="0"/>
                        </a:spcAft>
                      </a:pPr>
                      <a:r>
                        <a:rPr lang="en-US" sz="1200">
                          <a:effectLst/>
                        </a:rPr>
                        <a:t>Not null</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tc>
                  <a:txBody>
                    <a:bodyPr/>
                    <a:lstStyle/>
                    <a:p>
                      <a:pPr>
                        <a:spcAft>
                          <a:spcPts val="0"/>
                        </a:spcAft>
                      </a:pPr>
                      <a:r>
                        <a:rPr lang="en-US" sz="1200" dirty="0">
                          <a:effectLst/>
                        </a:rPr>
                        <a:t>Name</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extLst>
                  <a:ext uri="{0D108BD9-81ED-4DB2-BD59-A6C34878D82A}">
                    <a16:rowId xmlns:a16="http://schemas.microsoft.com/office/drawing/2014/main" val="4219716272"/>
                  </a:ext>
                </a:extLst>
              </a:tr>
              <a:tr h="221342">
                <a:tc>
                  <a:txBody>
                    <a:bodyPr/>
                    <a:lstStyle/>
                    <a:p>
                      <a:pPr>
                        <a:spcAft>
                          <a:spcPts val="0"/>
                        </a:spcAft>
                      </a:pPr>
                      <a:r>
                        <a:rPr lang="en-US" sz="1200" dirty="0" err="1">
                          <a:effectLst/>
                        </a:rPr>
                        <a:t>Swd</a:t>
                      </a:r>
                      <a:r>
                        <a:rPr lang="en-US" sz="1200" dirty="0">
                          <a:effectLst/>
                        </a:rPr>
                        <a:t> </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tc>
                  <a:txBody>
                    <a:bodyPr/>
                    <a:lstStyle/>
                    <a:p>
                      <a:pPr>
                        <a:spcAft>
                          <a:spcPts val="0"/>
                        </a:spcAft>
                      </a:pPr>
                      <a:r>
                        <a:rPr lang="en-US" sz="1200">
                          <a:effectLst/>
                        </a:rPr>
                        <a:t>varchar(25)</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tc>
                  <a:txBody>
                    <a:bodyPr/>
                    <a:lstStyle/>
                    <a:p>
                      <a:pPr>
                        <a:spcAft>
                          <a:spcPts val="0"/>
                        </a:spcAft>
                      </a:pPr>
                      <a:r>
                        <a:rPr lang="en-US" sz="1200">
                          <a:effectLst/>
                        </a:rPr>
                        <a:t>Not null</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tc>
                  <a:txBody>
                    <a:bodyPr/>
                    <a:lstStyle/>
                    <a:p>
                      <a:pPr>
                        <a:spcAft>
                          <a:spcPts val="0"/>
                        </a:spcAft>
                      </a:pPr>
                      <a:r>
                        <a:rPr lang="en-US" sz="1200">
                          <a:effectLst/>
                        </a:rPr>
                        <a:t>SWD Of</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extLst>
                  <a:ext uri="{0D108BD9-81ED-4DB2-BD59-A6C34878D82A}">
                    <a16:rowId xmlns:a16="http://schemas.microsoft.com/office/drawing/2014/main" val="555987270"/>
                  </a:ext>
                </a:extLst>
              </a:tr>
              <a:tr h="442684">
                <a:tc>
                  <a:txBody>
                    <a:bodyPr/>
                    <a:lstStyle/>
                    <a:p>
                      <a:pPr>
                        <a:spcAft>
                          <a:spcPts val="0"/>
                        </a:spcAft>
                      </a:pPr>
                      <a:r>
                        <a:rPr lang="en-US" sz="1200">
                          <a:effectLst/>
                        </a:rPr>
                        <a:t>Photo</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tc>
                  <a:txBody>
                    <a:bodyPr/>
                    <a:lstStyle/>
                    <a:p>
                      <a:pPr>
                        <a:spcAft>
                          <a:spcPts val="0"/>
                        </a:spcAft>
                      </a:pPr>
                      <a:r>
                        <a:rPr lang="en-US" sz="1200">
                          <a:effectLst/>
                        </a:rPr>
                        <a:t>varchar(100)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tc>
                  <a:txBody>
                    <a:bodyPr/>
                    <a:lstStyle/>
                    <a:p>
                      <a:pPr>
                        <a:spcAft>
                          <a:spcPts val="0"/>
                        </a:spcAft>
                      </a:pPr>
                      <a:r>
                        <a:rPr lang="en-US" sz="1200">
                          <a:effectLst/>
                        </a:rPr>
                        <a:t>Not null</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tc>
                  <a:txBody>
                    <a:bodyPr/>
                    <a:lstStyle/>
                    <a:p>
                      <a:pPr>
                        <a:spcAft>
                          <a:spcPts val="0"/>
                        </a:spcAft>
                      </a:pPr>
                      <a:r>
                        <a:rPr lang="en-US" sz="1200">
                          <a:effectLst/>
                        </a:rPr>
                        <a:t>Photo</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extLst>
                  <a:ext uri="{0D108BD9-81ED-4DB2-BD59-A6C34878D82A}">
                    <a16:rowId xmlns:a16="http://schemas.microsoft.com/office/drawing/2014/main" val="83265444"/>
                  </a:ext>
                </a:extLst>
              </a:tr>
              <a:tr h="221342">
                <a:tc>
                  <a:txBody>
                    <a:bodyPr/>
                    <a:lstStyle/>
                    <a:p>
                      <a:pPr>
                        <a:spcAft>
                          <a:spcPts val="0"/>
                        </a:spcAft>
                      </a:pPr>
                      <a:r>
                        <a:rPr lang="en-US" sz="1200">
                          <a:effectLst/>
                        </a:rPr>
                        <a:t>Paddr</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tc>
                  <a:txBody>
                    <a:bodyPr/>
                    <a:lstStyle/>
                    <a:p>
                      <a:pPr>
                        <a:spcAft>
                          <a:spcPts val="0"/>
                        </a:spcAft>
                      </a:pPr>
                      <a:r>
                        <a:rPr lang="en-US" sz="1200">
                          <a:effectLst/>
                        </a:rPr>
                        <a:t>text</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tc>
                  <a:txBody>
                    <a:bodyPr/>
                    <a:lstStyle/>
                    <a:p>
                      <a:pPr>
                        <a:spcAft>
                          <a:spcPts val="0"/>
                        </a:spcAft>
                      </a:pPr>
                      <a:r>
                        <a:rPr lang="en-US" sz="1200">
                          <a:effectLst/>
                        </a:rPr>
                        <a:t>Not null</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tc>
                  <a:txBody>
                    <a:bodyPr/>
                    <a:lstStyle/>
                    <a:p>
                      <a:pPr>
                        <a:spcAft>
                          <a:spcPts val="0"/>
                        </a:spcAft>
                      </a:pPr>
                      <a:r>
                        <a:rPr lang="en-US" sz="1200">
                          <a:effectLst/>
                        </a:rPr>
                        <a:t>PAddr</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extLst>
                  <a:ext uri="{0D108BD9-81ED-4DB2-BD59-A6C34878D82A}">
                    <a16:rowId xmlns:a16="http://schemas.microsoft.com/office/drawing/2014/main" val="803229713"/>
                  </a:ext>
                </a:extLst>
              </a:tr>
              <a:tr h="221342">
                <a:tc>
                  <a:txBody>
                    <a:bodyPr/>
                    <a:lstStyle/>
                    <a:p>
                      <a:pPr>
                        <a:spcAft>
                          <a:spcPts val="0"/>
                        </a:spcAft>
                      </a:pPr>
                      <a:r>
                        <a:rPr lang="en-US" sz="1200">
                          <a:effectLst/>
                        </a:rPr>
                        <a:t>Taddr</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tc>
                  <a:txBody>
                    <a:bodyPr/>
                    <a:lstStyle/>
                    <a:p>
                      <a:pPr>
                        <a:spcAft>
                          <a:spcPts val="0"/>
                        </a:spcAft>
                      </a:pPr>
                      <a:r>
                        <a:rPr lang="en-US" sz="1200">
                          <a:effectLst/>
                        </a:rPr>
                        <a:t>text</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tc>
                  <a:txBody>
                    <a:bodyPr/>
                    <a:lstStyle/>
                    <a:p>
                      <a:pPr>
                        <a:spcAft>
                          <a:spcPts val="0"/>
                        </a:spcAft>
                      </a:pPr>
                      <a:r>
                        <a:rPr lang="en-US" sz="1200">
                          <a:effectLst/>
                        </a:rPr>
                        <a:t>Not null</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tc>
                  <a:txBody>
                    <a:bodyPr/>
                    <a:lstStyle/>
                    <a:p>
                      <a:pPr>
                        <a:spcAft>
                          <a:spcPts val="0"/>
                        </a:spcAft>
                      </a:pPr>
                      <a:r>
                        <a:rPr lang="en-US" sz="1200">
                          <a:effectLst/>
                        </a:rPr>
                        <a:t>Taddr</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extLst>
                  <a:ext uri="{0D108BD9-81ED-4DB2-BD59-A6C34878D82A}">
                    <a16:rowId xmlns:a16="http://schemas.microsoft.com/office/drawing/2014/main" val="3617220560"/>
                  </a:ext>
                </a:extLst>
              </a:tr>
              <a:tr h="221342">
                <a:tc>
                  <a:txBody>
                    <a:bodyPr/>
                    <a:lstStyle/>
                    <a:p>
                      <a:pPr>
                        <a:spcAft>
                          <a:spcPts val="0"/>
                        </a:spcAft>
                      </a:pPr>
                      <a:r>
                        <a:rPr lang="en-US" sz="1200">
                          <a:effectLst/>
                        </a:rPr>
                        <a:t>Paddrduration</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tc>
                  <a:txBody>
                    <a:bodyPr/>
                    <a:lstStyle/>
                    <a:p>
                      <a:pPr>
                        <a:spcAft>
                          <a:spcPts val="0"/>
                        </a:spcAft>
                      </a:pPr>
                      <a:r>
                        <a:rPr lang="en-US" sz="1200">
                          <a:effectLst/>
                        </a:rPr>
                        <a:t>varchar(50)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tc>
                  <a:txBody>
                    <a:bodyPr/>
                    <a:lstStyle/>
                    <a:p>
                      <a:pPr>
                        <a:spcAft>
                          <a:spcPts val="0"/>
                        </a:spcAft>
                      </a:pPr>
                      <a:r>
                        <a:rPr lang="en-US" sz="1200">
                          <a:effectLst/>
                        </a:rPr>
                        <a:t>Not null</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tc>
                  <a:txBody>
                    <a:bodyPr/>
                    <a:lstStyle/>
                    <a:p>
                      <a:pPr>
                        <a:spcAft>
                          <a:spcPts val="0"/>
                        </a:spcAft>
                      </a:pPr>
                      <a:r>
                        <a:rPr lang="en-US" sz="1200">
                          <a:effectLst/>
                        </a:rPr>
                        <a:t>PAddr Duration</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extLst>
                  <a:ext uri="{0D108BD9-81ED-4DB2-BD59-A6C34878D82A}">
                    <a16:rowId xmlns:a16="http://schemas.microsoft.com/office/drawing/2014/main" val="3105009540"/>
                  </a:ext>
                </a:extLst>
              </a:tr>
              <a:tr h="221342">
                <a:tc>
                  <a:txBody>
                    <a:bodyPr/>
                    <a:lstStyle/>
                    <a:p>
                      <a:pPr>
                        <a:spcAft>
                          <a:spcPts val="0"/>
                        </a:spcAft>
                      </a:pPr>
                      <a:r>
                        <a:rPr lang="en-US" sz="1200">
                          <a:effectLst/>
                        </a:rPr>
                        <a:t>Dob</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tc>
                  <a:txBody>
                    <a:bodyPr/>
                    <a:lstStyle/>
                    <a:p>
                      <a:pPr>
                        <a:spcAft>
                          <a:spcPts val="0"/>
                        </a:spcAft>
                      </a:pPr>
                      <a:r>
                        <a:rPr lang="en-US" sz="1200">
                          <a:effectLst/>
                        </a:rPr>
                        <a:t>date</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tc>
                  <a:txBody>
                    <a:bodyPr/>
                    <a:lstStyle/>
                    <a:p>
                      <a:pPr>
                        <a:spcAft>
                          <a:spcPts val="0"/>
                        </a:spcAft>
                      </a:pPr>
                      <a:r>
                        <a:rPr lang="en-US" sz="1200">
                          <a:effectLst/>
                        </a:rPr>
                        <a:t>Not null</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tc>
                  <a:txBody>
                    <a:bodyPr/>
                    <a:lstStyle/>
                    <a:p>
                      <a:pPr>
                        <a:spcAft>
                          <a:spcPts val="0"/>
                        </a:spcAft>
                      </a:pPr>
                      <a:r>
                        <a:rPr lang="en-US" sz="1200">
                          <a:effectLst/>
                        </a:rPr>
                        <a:t>DOB</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extLst>
                  <a:ext uri="{0D108BD9-81ED-4DB2-BD59-A6C34878D82A}">
                    <a16:rowId xmlns:a16="http://schemas.microsoft.com/office/drawing/2014/main" val="3573543207"/>
                  </a:ext>
                </a:extLst>
              </a:tr>
              <a:tr h="221342">
                <a:tc>
                  <a:txBody>
                    <a:bodyPr/>
                    <a:lstStyle/>
                    <a:p>
                      <a:pPr>
                        <a:spcAft>
                          <a:spcPts val="0"/>
                        </a:spcAft>
                      </a:pPr>
                      <a:r>
                        <a:rPr lang="en-US" sz="1200">
                          <a:effectLst/>
                        </a:rPr>
                        <a:t>Birthplace</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tc>
                  <a:txBody>
                    <a:bodyPr/>
                    <a:lstStyle/>
                    <a:p>
                      <a:pPr>
                        <a:spcAft>
                          <a:spcPts val="0"/>
                        </a:spcAft>
                      </a:pPr>
                      <a:r>
                        <a:rPr lang="en-US" sz="1200">
                          <a:effectLst/>
                        </a:rPr>
                        <a:t>varchar(50)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tc>
                  <a:txBody>
                    <a:bodyPr/>
                    <a:lstStyle/>
                    <a:p>
                      <a:pPr>
                        <a:spcAft>
                          <a:spcPts val="0"/>
                        </a:spcAft>
                      </a:pPr>
                      <a:r>
                        <a:rPr lang="en-US" sz="1200">
                          <a:effectLst/>
                        </a:rPr>
                        <a:t>Not null</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tc>
                  <a:txBody>
                    <a:bodyPr/>
                    <a:lstStyle/>
                    <a:p>
                      <a:pPr>
                        <a:spcAft>
                          <a:spcPts val="0"/>
                        </a:spcAft>
                      </a:pPr>
                      <a:r>
                        <a:rPr lang="en-US" sz="1200">
                          <a:effectLst/>
                        </a:rPr>
                        <a:t>Birth Place</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extLst>
                  <a:ext uri="{0D108BD9-81ED-4DB2-BD59-A6C34878D82A}">
                    <a16:rowId xmlns:a16="http://schemas.microsoft.com/office/drawing/2014/main" val="1375527941"/>
                  </a:ext>
                </a:extLst>
              </a:tr>
              <a:tr h="221342">
                <a:tc>
                  <a:txBody>
                    <a:bodyPr/>
                    <a:lstStyle/>
                    <a:p>
                      <a:pPr>
                        <a:spcAft>
                          <a:spcPts val="0"/>
                        </a:spcAft>
                      </a:pPr>
                      <a:r>
                        <a:rPr lang="en-US" sz="1200">
                          <a:effectLst/>
                        </a:rPr>
                        <a:t>Qualification</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tc>
                  <a:txBody>
                    <a:bodyPr/>
                    <a:lstStyle/>
                    <a:p>
                      <a:pPr>
                        <a:spcAft>
                          <a:spcPts val="0"/>
                        </a:spcAft>
                      </a:pPr>
                      <a:r>
                        <a:rPr lang="en-US" sz="1200">
                          <a:effectLst/>
                        </a:rPr>
                        <a:t>varchar(25)</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tc>
                  <a:txBody>
                    <a:bodyPr/>
                    <a:lstStyle/>
                    <a:p>
                      <a:pPr>
                        <a:spcAft>
                          <a:spcPts val="0"/>
                        </a:spcAft>
                      </a:pPr>
                      <a:r>
                        <a:rPr lang="en-US" sz="1200">
                          <a:effectLst/>
                        </a:rPr>
                        <a:t>Not null</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tc>
                  <a:txBody>
                    <a:bodyPr/>
                    <a:lstStyle/>
                    <a:p>
                      <a:pPr>
                        <a:spcAft>
                          <a:spcPts val="0"/>
                        </a:spcAft>
                      </a:pPr>
                      <a:r>
                        <a:rPr lang="en-US" sz="1200">
                          <a:effectLst/>
                        </a:rPr>
                        <a:t>Qualification</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extLst>
                  <a:ext uri="{0D108BD9-81ED-4DB2-BD59-A6C34878D82A}">
                    <a16:rowId xmlns:a16="http://schemas.microsoft.com/office/drawing/2014/main" val="3347979755"/>
                  </a:ext>
                </a:extLst>
              </a:tr>
              <a:tr h="221342">
                <a:tc>
                  <a:txBody>
                    <a:bodyPr/>
                    <a:lstStyle/>
                    <a:p>
                      <a:pPr>
                        <a:spcAft>
                          <a:spcPts val="0"/>
                        </a:spcAft>
                      </a:pPr>
                      <a:r>
                        <a:rPr lang="en-US" sz="1200">
                          <a:effectLst/>
                        </a:rPr>
                        <a:t>Identificationmarks</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tc>
                  <a:txBody>
                    <a:bodyPr/>
                    <a:lstStyle/>
                    <a:p>
                      <a:pPr>
                        <a:spcAft>
                          <a:spcPts val="0"/>
                        </a:spcAft>
                      </a:pPr>
                      <a:r>
                        <a:rPr lang="en-US" sz="1200">
                          <a:effectLst/>
                        </a:rPr>
                        <a:t>text</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tc>
                  <a:txBody>
                    <a:bodyPr/>
                    <a:lstStyle/>
                    <a:p>
                      <a:pPr>
                        <a:spcAft>
                          <a:spcPts val="0"/>
                        </a:spcAft>
                      </a:pPr>
                      <a:r>
                        <a:rPr lang="en-US" sz="1200">
                          <a:effectLst/>
                        </a:rPr>
                        <a:t>Not null</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tc>
                  <a:txBody>
                    <a:bodyPr/>
                    <a:lstStyle/>
                    <a:p>
                      <a:pPr>
                        <a:spcAft>
                          <a:spcPts val="0"/>
                        </a:spcAft>
                      </a:pPr>
                      <a:r>
                        <a:rPr lang="en-US" sz="1200" dirty="0">
                          <a:effectLst/>
                        </a:rPr>
                        <a:t>Identification Marks</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extLst>
                  <a:ext uri="{0D108BD9-81ED-4DB2-BD59-A6C34878D82A}">
                    <a16:rowId xmlns:a16="http://schemas.microsoft.com/office/drawing/2014/main" val="4205912881"/>
                  </a:ext>
                </a:extLst>
              </a:tr>
              <a:tr h="221342">
                <a:tc>
                  <a:txBody>
                    <a:bodyPr/>
                    <a:lstStyle/>
                    <a:p>
                      <a:pPr>
                        <a:spcAft>
                          <a:spcPts val="0"/>
                        </a:spcAft>
                      </a:pPr>
                      <a:r>
                        <a:rPr lang="en-US" sz="1200">
                          <a:effectLst/>
                        </a:rPr>
                        <a:t>Bloodgroup</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tc>
                  <a:txBody>
                    <a:bodyPr/>
                    <a:lstStyle/>
                    <a:p>
                      <a:pPr>
                        <a:spcAft>
                          <a:spcPts val="0"/>
                        </a:spcAft>
                      </a:pPr>
                      <a:r>
                        <a:rPr lang="en-US" sz="1200">
                          <a:effectLst/>
                        </a:rPr>
                        <a:t>varchar(25)</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tc>
                  <a:txBody>
                    <a:bodyPr/>
                    <a:lstStyle/>
                    <a:p>
                      <a:pPr>
                        <a:spcAft>
                          <a:spcPts val="0"/>
                        </a:spcAft>
                      </a:pPr>
                      <a:r>
                        <a:rPr lang="en-US" sz="1200">
                          <a:effectLst/>
                        </a:rPr>
                        <a:t>Not null</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tc>
                  <a:txBody>
                    <a:bodyPr/>
                    <a:lstStyle/>
                    <a:p>
                      <a:pPr>
                        <a:spcAft>
                          <a:spcPts val="0"/>
                        </a:spcAft>
                      </a:pPr>
                      <a:r>
                        <a:rPr lang="en-US" sz="1200">
                          <a:effectLst/>
                        </a:rPr>
                        <a:t>Blood Group</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extLst>
                  <a:ext uri="{0D108BD9-81ED-4DB2-BD59-A6C34878D82A}">
                    <a16:rowId xmlns:a16="http://schemas.microsoft.com/office/drawing/2014/main" val="1619099415"/>
                  </a:ext>
                </a:extLst>
              </a:tr>
              <a:tr h="221342">
                <a:tc>
                  <a:txBody>
                    <a:bodyPr/>
                    <a:lstStyle/>
                    <a:p>
                      <a:pPr>
                        <a:spcAft>
                          <a:spcPts val="0"/>
                        </a:spcAft>
                      </a:pPr>
                      <a:r>
                        <a:rPr lang="en-US" sz="1200">
                          <a:effectLst/>
                        </a:rPr>
                        <a:t>Startdate</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tc>
                  <a:txBody>
                    <a:bodyPr/>
                    <a:lstStyle/>
                    <a:p>
                      <a:pPr>
                        <a:spcAft>
                          <a:spcPts val="0"/>
                        </a:spcAft>
                      </a:pPr>
                      <a:r>
                        <a:rPr lang="en-US" sz="1200">
                          <a:effectLst/>
                        </a:rPr>
                        <a:t>date</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tc>
                  <a:txBody>
                    <a:bodyPr/>
                    <a:lstStyle/>
                    <a:p>
                      <a:pPr>
                        <a:spcAft>
                          <a:spcPts val="0"/>
                        </a:spcAft>
                      </a:pPr>
                      <a:r>
                        <a:rPr lang="en-US" sz="1200">
                          <a:effectLst/>
                        </a:rPr>
                        <a:t>Not null</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tc>
                  <a:txBody>
                    <a:bodyPr/>
                    <a:lstStyle/>
                    <a:p>
                      <a:pPr>
                        <a:spcAft>
                          <a:spcPts val="0"/>
                        </a:spcAft>
                      </a:pPr>
                      <a:r>
                        <a:rPr lang="en-US" sz="1200">
                          <a:effectLst/>
                        </a:rPr>
                        <a:t>Start Date</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extLst>
                  <a:ext uri="{0D108BD9-81ED-4DB2-BD59-A6C34878D82A}">
                    <a16:rowId xmlns:a16="http://schemas.microsoft.com/office/drawing/2014/main" val="4170556617"/>
                  </a:ext>
                </a:extLst>
              </a:tr>
              <a:tr h="221342">
                <a:tc>
                  <a:txBody>
                    <a:bodyPr/>
                    <a:lstStyle/>
                    <a:p>
                      <a:pPr>
                        <a:spcAft>
                          <a:spcPts val="0"/>
                        </a:spcAft>
                      </a:pPr>
                      <a:r>
                        <a:rPr lang="en-US" sz="1200">
                          <a:effectLst/>
                        </a:rPr>
                        <a:t>Enddate</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tc>
                  <a:txBody>
                    <a:bodyPr/>
                    <a:lstStyle/>
                    <a:p>
                      <a:pPr>
                        <a:spcAft>
                          <a:spcPts val="0"/>
                        </a:spcAft>
                      </a:pPr>
                      <a:r>
                        <a:rPr lang="en-US" sz="1200">
                          <a:effectLst/>
                        </a:rPr>
                        <a:t>date</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tc>
                  <a:txBody>
                    <a:bodyPr/>
                    <a:lstStyle/>
                    <a:p>
                      <a:pPr>
                        <a:spcAft>
                          <a:spcPts val="0"/>
                        </a:spcAft>
                      </a:pPr>
                      <a:r>
                        <a:rPr lang="en-US" sz="1200">
                          <a:effectLst/>
                        </a:rPr>
                        <a:t>Not null</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tc>
                  <a:txBody>
                    <a:bodyPr/>
                    <a:lstStyle/>
                    <a:p>
                      <a:pPr>
                        <a:spcAft>
                          <a:spcPts val="0"/>
                        </a:spcAft>
                      </a:pPr>
                      <a:r>
                        <a:rPr lang="en-US" sz="1200">
                          <a:effectLst/>
                        </a:rPr>
                        <a:t>End Date</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extLst>
                  <a:ext uri="{0D108BD9-81ED-4DB2-BD59-A6C34878D82A}">
                    <a16:rowId xmlns:a16="http://schemas.microsoft.com/office/drawing/2014/main" val="73321924"/>
                  </a:ext>
                </a:extLst>
              </a:tr>
              <a:tr h="221342">
                <a:tc>
                  <a:txBody>
                    <a:bodyPr/>
                    <a:lstStyle/>
                    <a:p>
                      <a:pPr>
                        <a:spcAft>
                          <a:spcPts val="0"/>
                        </a:spcAft>
                      </a:pPr>
                      <a:r>
                        <a:rPr lang="en-US" sz="1200">
                          <a:effectLst/>
                        </a:rPr>
                        <a:t>Note</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tc>
                  <a:txBody>
                    <a:bodyPr/>
                    <a:lstStyle/>
                    <a:p>
                      <a:pPr>
                        <a:spcAft>
                          <a:spcPts val="0"/>
                        </a:spcAft>
                      </a:pPr>
                      <a:r>
                        <a:rPr lang="en-US" sz="1200">
                          <a:effectLst/>
                        </a:rPr>
                        <a:t>text</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tc>
                  <a:txBody>
                    <a:bodyPr/>
                    <a:lstStyle/>
                    <a:p>
                      <a:pPr>
                        <a:spcAft>
                          <a:spcPts val="0"/>
                        </a:spcAft>
                      </a:pPr>
                      <a:r>
                        <a:rPr lang="en-US" sz="1200">
                          <a:effectLst/>
                        </a:rPr>
                        <a:t>Not null</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tc>
                  <a:txBody>
                    <a:bodyPr/>
                    <a:lstStyle/>
                    <a:p>
                      <a:pPr>
                        <a:spcAft>
                          <a:spcPts val="0"/>
                        </a:spcAft>
                      </a:pPr>
                      <a:r>
                        <a:rPr lang="en-US" sz="1200">
                          <a:effectLst/>
                        </a:rPr>
                        <a:t>Note</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extLst>
                  <a:ext uri="{0D108BD9-81ED-4DB2-BD59-A6C34878D82A}">
                    <a16:rowId xmlns:a16="http://schemas.microsoft.com/office/drawing/2014/main" val="984186529"/>
                  </a:ext>
                </a:extLst>
              </a:tr>
              <a:tr h="221342">
                <a:tc>
                  <a:txBody>
                    <a:bodyPr/>
                    <a:lstStyle/>
                    <a:p>
                      <a:pPr>
                        <a:spcAft>
                          <a:spcPts val="0"/>
                        </a:spcAft>
                      </a:pPr>
                      <a:r>
                        <a:rPr lang="en-US" sz="1200">
                          <a:effectLst/>
                        </a:rPr>
                        <a:t>Staus</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tc>
                  <a:txBody>
                    <a:bodyPr/>
                    <a:lstStyle/>
                    <a:p>
                      <a:pPr>
                        <a:spcAft>
                          <a:spcPts val="0"/>
                        </a:spcAft>
                      </a:pPr>
                      <a:r>
                        <a:rPr lang="en-US" sz="1200">
                          <a:effectLst/>
                        </a:rPr>
                        <a:t>varchar(10)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tc>
                  <a:txBody>
                    <a:bodyPr/>
                    <a:lstStyle/>
                    <a:p>
                      <a:pPr>
                        <a:spcAft>
                          <a:spcPts val="0"/>
                        </a:spcAft>
                      </a:pPr>
                      <a:r>
                        <a:rPr lang="en-US" sz="1200" dirty="0">
                          <a:effectLst/>
                        </a:rPr>
                        <a:t>Not null</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tc>
                  <a:txBody>
                    <a:bodyPr/>
                    <a:lstStyle/>
                    <a:p>
                      <a:pPr>
                        <a:spcAft>
                          <a:spcPts val="0"/>
                        </a:spcAft>
                      </a:pPr>
                      <a:r>
                        <a:rPr lang="en-US" sz="1200" dirty="0">
                          <a:effectLst/>
                        </a:rPr>
                        <a:t>Status</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6161" marR="66161" marT="0" marB="0"/>
                </a:tc>
                <a:extLst>
                  <a:ext uri="{0D108BD9-81ED-4DB2-BD59-A6C34878D82A}">
                    <a16:rowId xmlns:a16="http://schemas.microsoft.com/office/drawing/2014/main" val="2744679305"/>
                  </a:ext>
                </a:extLst>
              </a:tr>
            </a:tbl>
          </a:graphicData>
        </a:graphic>
      </p:graphicFrame>
      <p:pic>
        <p:nvPicPr>
          <p:cNvPr id="6" name="Picture 5">
            <a:extLst>
              <a:ext uri="{FF2B5EF4-FFF2-40B4-BE49-F238E27FC236}">
                <a16:creationId xmlns:a16="http://schemas.microsoft.com/office/drawing/2014/main" id="{977E0B13-1E35-41D2-B154-939521B4E15C}"/>
              </a:ext>
            </a:extLst>
          </p:cNvPr>
          <p:cNvPicPr/>
          <p:nvPr/>
        </p:nvPicPr>
        <p:blipFill>
          <a:blip r:embed="rId2"/>
          <a:stretch>
            <a:fillRect/>
          </a:stretch>
        </p:blipFill>
        <p:spPr>
          <a:xfrm>
            <a:off x="8112194" y="2795587"/>
            <a:ext cx="923925" cy="126682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29514220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8C7D8EC-E99C-49D4-BDA3-A72F3B1E9357}"/>
              </a:ext>
            </a:extLst>
          </p:cNvPr>
          <p:cNvSpPr>
            <a:spLocks noGrp="1"/>
          </p:cNvSpPr>
          <p:nvPr>
            <p:ph type="sldNum" sz="quarter" idx="12"/>
          </p:nvPr>
        </p:nvSpPr>
        <p:spPr/>
        <p:txBody>
          <a:bodyPr/>
          <a:lstStyle/>
          <a:p>
            <a:fld id="{B54A08B0-5A9A-4946-919B-A6856108856E}" type="slidenum">
              <a:rPr lang="en-IN" smtClean="0"/>
              <a:t>34</a:t>
            </a:fld>
            <a:endParaRPr lang="en-IN"/>
          </a:p>
        </p:txBody>
      </p:sp>
      <p:graphicFrame>
        <p:nvGraphicFramePr>
          <p:cNvPr id="5" name="Table 4">
            <a:extLst>
              <a:ext uri="{FF2B5EF4-FFF2-40B4-BE49-F238E27FC236}">
                <a16:creationId xmlns:a16="http://schemas.microsoft.com/office/drawing/2014/main" id="{1340E9C7-B037-4CE7-AE55-74017ED3462C}"/>
              </a:ext>
            </a:extLst>
          </p:cNvPr>
          <p:cNvGraphicFramePr>
            <a:graphicFrameLocks noGrp="1"/>
          </p:cNvGraphicFramePr>
          <p:nvPr/>
        </p:nvGraphicFramePr>
        <p:xfrm>
          <a:off x="314325" y="504631"/>
          <a:ext cx="9248775" cy="5901856"/>
        </p:xfrm>
        <a:graphic>
          <a:graphicData uri="http://schemas.openxmlformats.org/drawingml/2006/table">
            <a:tbl>
              <a:tblPr firstRow="1" firstCol="1" bandRow="1">
                <a:tableStyleId>{5C22544A-7EE6-4342-B048-85BDC9FD1C3A}</a:tableStyleId>
              </a:tblPr>
              <a:tblGrid>
                <a:gridCol w="762381">
                  <a:extLst>
                    <a:ext uri="{9D8B030D-6E8A-4147-A177-3AD203B41FA5}">
                      <a16:colId xmlns:a16="http://schemas.microsoft.com/office/drawing/2014/main" val="2474048368"/>
                    </a:ext>
                  </a:extLst>
                </a:gridCol>
                <a:gridCol w="762381">
                  <a:extLst>
                    <a:ext uri="{9D8B030D-6E8A-4147-A177-3AD203B41FA5}">
                      <a16:colId xmlns:a16="http://schemas.microsoft.com/office/drawing/2014/main" val="1501254084"/>
                    </a:ext>
                  </a:extLst>
                </a:gridCol>
                <a:gridCol w="2334215">
                  <a:extLst>
                    <a:ext uri="{9D8B030D-6E8A-4147-A177-3AD203B41FA5}">
                      <a16:colId xmlns:a16="http://schemas.microsoft.com/office/drawing/2014/main" val="1786985127"/>
                    </a:ext>
                  </a:extLst>
                </a:gridCol>
                <a:gridCol w="5389798">
                  <a:extLst>
                    <a:ext uri="{9D8B030D-6E8A-4147-A177-3AD203B41FA5}">
                      <a16:colId xmlns:a16="http://schemas.microsoft.com/office/drawing/2014/main" val="31923167"/>
                    </a:ext>
                  </a:extLst>
                </a:gridCol>
              </a:tblGrid>
              <a:tr h="173584">
                <a:tc>
                  <a:txBody>
                    <a:bodyPr/>
                    <a:lstStyle/>
                    <a:p>
                      <a:pPr algn="ctr">
                        <a:spcAft>
                          <a:spcPts val="0"/>
                        </a:spcAft>
                      </a:pPr>
                      <a:r>
                        <a:rPr lang="en-US" sz="1050">
                          <a:effectLst/>
                        </a:rPr>
                        <a:t>Column</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tc>
                  <a:txBody>
                    <a:bodyPr/>
                    <a:lstStyle/>
                    <a:p>
                      <a:pPr>
                        <a:spcAft>
                          <a:spcPts val="0"/>
                        </a:spcAft>
                      </a:pPr>
                      <a:r>
                        <a:rPr lang="en-US" sz="1050">
                          <a:effectLst/>
                        </a:rPr>
                        <a:t>Data Type</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tc>
                  <a:txBody>
                    <a:bodyPr/>
                    <a:lstStyle/>
                    <a:p>
                      <a:pPr>
                        <a:spcAft>
                          <a:spcPts val="0"/>
                        </a:spcAft>
                      </a:pPr>
                      <a:r>
                        <a:rPr lang="en-US" sz="1050">
                          <a:effectLst/>
                        </a:rPr>
                        <a:t>Index</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tc>
                  <a:txBody>
                    <a:bodyPr/>
                    <a:lstStyle/>
                    <a:p>
                      <a:pPr>
                        <a:spcAft>
                          <a:spcPts val="0"/>
                        </a:spcAft>
                      </a:pPr>
                      <a:r>
                        <a:rPr lang="en-US" sz="1050">
                          <a:effectLst/>
                        </a:rPr>
                        <a:t>Description</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extLst>
                  <a:ext uri="{0D108BD9-81ED-4DB2-BD59-A6C34878D82A}">
                    <a16:rowId xmlns:a16="http://schemas.microsoft.com/office/drawing/2014/main" val="526946524"/>
                  </a:ext>
                </a:extLst>
              </a:tr>
              <a:tr h="347168">
                <a:tc>
                  <a:txBody>
                    <a:bodyPr/>
                    <a:lstStyle/>
                    <a:p>
                      <a:pPr>
                        <a:spcAft>
                          <a:spcPts val="0"/>
                        </a:spcAft>
                      </a:pPr>
                      <a:r>
                        <a:rPr lang="en-US" sz="1050">
                          <a:effectLst/>
                        </a:rPr>
                        <a:t>Vehicleregid</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tc>
                  <a:txBody>
                    <a:bodyPr/>
                    <a:lstStyle/>
                    <a:p>
                      <a:pPr>
                        <a:spcAft>
                          <a:spcPts val="0"/>
                        </a:spcAft>
                      </a:pPr>
                      <a:r>
                        <a:rPr lang="en-US" sz="1050">
                          <a:effectLst/>
                        </a:rPr>
                        <a:t>int(10)</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tc>
                  <a:txBody>
                    <a:bodyPr/>
                    <a:lstStyle/>
                    <a:p>
                      <a:pPr>
                        <a:spcAft>
                          <a:spcPts val="0"/>
                        </a:spcAft>
                      </a:pPr>
                      <a:r>
                        <a:rPr lang="en-US" sz="1050">
                          <a:effectLst/>
                        </a:rPr>
                        <a:t>Primary key</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tc>
                  <a:txBody>
                    <a:bodyPr/>
                    <a:lstStyle/>
                    <a:p>
                      <a:pPr>
                        <a:spcAft>
                          <a:spcPts val="0"/>
                        </a:spcAft>
                      </a:pPr>
                      <a:r>
                        <a:rPr lang="en-US" sz="1050">
                          <a:effectLst/>
                        </a:rPr>
                        <a:t>Vehicle Reg ID</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extLst>
                  <a:ext uri="{0D108BD9-81ED-4DB2-BD59-A6C34878D82A}">
                    <a16:rowId xmlns:a16="http://schemas.microsoft.com/office/drawing/2014/main" val="3350194494"/>
                  </a:ext>
                </a:extLst>
              </a:tr>
              <a:tr h="173584">
                <a:tc>
                  <a:txBody>
                    <a:bodyPr/>
                    <a:lstStyle/>
                    <a:p>
                      <a:pPr>
                        <a:spcAft>
                          <a:spcPts val="0"/>
                        </a:spcAft>
                      </a:pPr>
                      <a:r>
                        <a:rPr lang="en-US" sz="1050">
                          <a:effectLst/>
                        </a:rPr>
                        <a:t>Userid</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tc>
                  <a:txBody>
                    <a:bodyPr/>
                    <a:lstStyle/>
                    <a:p>
                      <a:pPr>
                        <a:spcAft>
                          <a:spcPts val="0"/>
                        </a:spcAft>
                      </a:pPr>
                      <a:r>
                        <a:rPr lang="en-US" sz="1050">
                          <a:effectLst/>
                        </a:rPr>
                        <a:t>int(10)</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tc>
                  <a:txBody>
                    <a:bodyPr/>
                    <a:lstStyle/>
                    <a:p>
                      <a:pPr>
                        <a:spcAft>
                          <a:spcPts val="0"/>
                        </a:spcAft>
                      </a:pPr>
                      <a:r>
                        <a:rPr lang="en-US" sz="1050">
                          <a:effectLst/>
                        </a:rPr>
                        <a:t>Foreign key</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tc>
                  <a:txBody>
                    <a:bodyPr/>
                    <a:lstStyle/>
                    <a:p>
                      <a:pPr>
                        <a:spcAft>
                          <a:spcPts val="0"/>
                        </a:spcAft>
                      </a:pPr>
                      <a:r>
                        <a:rPr lang="en-US" sz="1050">
                          <a:effectLst/>
                        </a:rPr>
                        <a:t>User ID</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extLst>
                  <a:ext uri="{0D108BD9-81ED-4DB2-BD59-A6C34878D82A}">
                    <a16:rowId xmlns:a16="http://schemas.microsoft.com/office/drawing/2014/main" val="3602776227"/>
                  </a:ext>
                </a:extLst>
              </a:tr>
              <a:tr h="173584">
                <a:tc>
                  <a:txBody>
                    <a:bodyPr/>
                    <a:lstStyle/>
                    <a:p>
                      <a:pPr>
                        <a:spcAft>
                          <a:spcPts val="0"/>
                        </a:spcAft>
                      </a:pPr>
                      <a:r>
                        <a:rPr lang="en-US" sz="1050">
                          <a:effectLst/>
                        </a:rPr>
                        <a:t>Stated</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tc>
                  <a:txBody>
                    <a:bodyPr/>
                    <a:lstStyle/>
                    <a:p>
                      <a:pPr>
                        <a:spcAft>
                          <a:spcPts val="0"/>
                        </a:spcAft>
                      </a:pPr>
                      <a:r>
                        <a:rPr lang="en-US" sz="1050">
                          <a:effectLst/>
                        </a:rPr>
                        <a:t>int(10)</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tc>
                  <a:txBody>
                    <a:bodyPr/>
                    <a:lstStyle/>
                    <a:p>
                      <a:pPr>
                        <a:spcAft>
                          <a:spcPts val="0"/>
                        </a:spcAft>
                      </a:pPr>
                      <a:r>
                        <a:rPr lang="en-US" sz="1050">
                          <a:effectLst/>
                        </a:rPr>
                        <a:t>Foreign key</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tc>
                  <a:txBody>
                    <a:bodyPr/>
                    <a:lstStyle/>
                    <a:p>
                      <a:pPr>
                        <a:spcAft>
                          <a:spcPts val="0"/>
                        </a:spcAft>
                      </a:pPr>
                      <a:r>
                        <a:rPr lang="en-US" sz="1050" dirty="0">
                          <a:effectLst/>
                        </a:rPr>
                        <a:t>State ID</a:t>
                      </a:r>
                      <a:endParaRPr lang="en-IN" sz="105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extLst>
                  <a:ext uri="{0D108BD9-81ED-4DB2-BD59-A6C34878D82A}">
                    <a16:rowId xmlns:a16="http://schemas.microsoft.com/office/drawing/2014/main" val="1139667310"/>
                  </a:ext>
                </a:extLst>
              </a:tr>
              <a:tr h="173584">
                <a:tc>
                  <a:txBody>
                    <a:bodyPr/>
                    <a:lstStyle/>
                    <a:p>
                      <a:pPr>
                        <a:spcAft>
                          <a:spcPts val="0"/>
                        </a:spcAft>
                      </a:pPr>
                      <a:r>
                        <a:rPr lang="en-US" sz="1050">
                          <a:effectLst/>
                        </a:rPr>
                        <a:t>Cityid</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tc>
                  <a:txBody>
                    <a:bodyPr/>
                    <a:lstStyle/>
                    <a:p>
                      <a:pPr>
                        <a:spcAft>
                          <a:spcPts val="0"/>
                        </a:spcAft>
                      </a:pPr>
                      <a:r>
                        <a:rPr lang="en-US" sz="1050">
                          <a:effectLst/>
                        </a:rPr>
                        <a:t>int(10)</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tc>
                  <a:txBody>
                    <a:bodyPr/>
                    <a:lstStyle/>
                    <a:p>
                      <a:pPr>
                        <a:spcAft>
                          <a:spcPts val="0"/>
                        </a:spcAft>
                      </a:pPr>
                      <a:r>
                        <a:rPr lang="en-US" sz="1050">
                          <a:effectLst/>
                        </a:rPr>
                        <a:t>Foreign key</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tc>
                  <a:txBody>
                    <a:bodyPr/>
                    <a:lstStyle/>
                    <a:p>
                      <a:pPr>
                        <a:spcAft>
                          <a:spcPts val="0"/>
                        </a:spcAft>
                      </a:pPr>
                      <a:r>
                        <a:rPr lang="en-US" sz="1050">
                          <a:effectLst/>
                        </a:rPr>
                        <a:t>City ID</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extLst>
                  <a:ext uri="{0D108BD9-81ED-4DB2-BD59-A6C34878D82A}">
                    <a16:rowId xmlns:a16="http://schemas.microsoft.com/office/drawing/2014/main" val="3151553437"/>
                  </a:ext>
                </a:extLst>
              </a:tr>
              <a:tr h="347168">
                <a:tc>
                  <a:txBody>
                    <a:bodyPr/>
                    <a:lstStyle/>
                    <a:p>
                      <a:pPr>
                        <a:spcAft>
                          <a:spcPts val="0"/>
                        </a:spcAft>
                      </a:pPr>
                      <a:r>
                        <a:rPr lang="en-US" sz="1050">
                          <a:effectLst/>
                        </a:rPr>
                        <a:t>Ownername</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tc>
                  <a:txBody>
                    <a:bodyPr/>
                    <a:lstStyle/>
                    <a:p>
                      <a:pPr>
                        <a:spcAft>
                          <a:spcPts val="0"/>
                        </a:spcAft>
                      </a:pPr>
                      <a:r>
                        <a:rPr lang="en-US" sz="1050">
                          <a:effectLst/>
                        </a:rPr>
                        <a:t>varchar(50)</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tc>
                  <a:txBody>
                    <a:bodyPr/>
                    <a:lstStyle/>
                    <a:p>
                      <a:pPr>
                        <a:spcAft>
                          <a:spcPts val="0"/>
                        </a:spcAft>
                      </a:pPr>
                      <a:r>
                        <a:rPr lang="en-US" sz="1050">
                          <a:effectLst/>
                        </a:rPr>
                        <a:t>Not null</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tc>
                  <a:txBody>
                    <a:bodyPr/>
                    <a:lstStyle/>
                    <a:p>
                      <a:pPr>
                        <a:spcAft>
                          <a:spcPts val="0"/>
                        </a:spcAft>
                      </a:pPr>
                      <a:r>
                        <a:rPr lang="en-US" sz="1050">
                          <a:effectLst/>
                        </a:rPr>
                        <a:t>Owner Name</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extLst>
                  <a:ext uri="{0D108BD9-81ED-4DB2-BD59-A6C34878D82A}">
                    <a16:rowId xmlns:a16="http://schemas.microsoft.com/office/drawing/2014/main" val="891181387"/>
                  </a:ext>
                </a:extLst>
              </a:tr>
              <a:tr h="173584">
                <a:tc>
                  <a:txBody>
                    <a:bodyPr/>
                    <a:lstStyle/>
                    <a:p>
                      <a:pPr>
                        <a:spcAft>
                          <a:spcPts val="0"/>
                        </a:spcAft>
                      </a:pPr>
                      <a:r>
                        <a:rPr lang="en-US" sz="1050">
                          <a:effectLst/>
                        </a:rPr>
                        <a:t>Swdof</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tc>
                  <a:txBody>
                    <a:bodyPr/>
                    <a:lstStyle/>
                    <a:p>
                      <a:pPr>
                        <a:spcAft>
                          <a:spcPts val="0"/>
                        </a:spcAft>
                      </a:pPr>
                      <a:r>
                        <a:rPr lang="en-US" sz="1050">
                          <a:effectLst/>
                        </a:rPr>
                        <a:t>varchar(50)</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tc>
                  <a:txBody>
                    <a:bodyPr/>
                    <a:lstStyle/>
                    <a:p>
                      <a:pPr>
                        <a:spcAft>
                          <a:spcPts val="0"/>
                        </a:spcAft>
                      </a:pPr>
                      <a:r>
                        <a:rPr lang="en-US" sz="1050">
                          <a:effectLst/>
                        </a:rPr>
                        <a:t>Not null</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tc>
                  <a:txBody>
                    <a:bodyPr/>
                    <a:lstStyle/>
                    <a:p>
                      <a:pPr>
                        <a:spcAft>
                          <a:spcPts val="0"/>
                        </a:spcAft>
                      </a:pPr>
                      <a:r>
                        <a:rPr lang="en-US" sz="1050">
                          <a:effectLst/>
                        </a:rPr>
                        <a:t>SWD Of</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extLst>
                  <a:ext uri="{0D108BD9-81ED-4DB2-BD59-A6C34878D82A}">
                    <a16:rowId xmlns:a16="http://schemas.microsoft.com/office/drawing/2014/main" val="426736217"/>
                  </a:ext>
                </a:extLst>
              </a:tr>
              <a:tr h="173584">
                <a:tc>
                  <a:txBody>
                    <a:bodyPr/>
                    <a:lstStyle/>
                    <a:p>
                      <a:pPr>
                        <a:spcAft>
                          <a:spcPts val="0"/>
                        </a:spcAft>
                      </a:pPr>
                      <a:r>
                        <a:rPr lang="en-US" sz="1050">
                          <a:effectLst/>
                        </a:rPr>
                        <a:t>Regtype</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tc>
                  <a:txBody>
                    <a:bodyPr/>
                    <a:lstStyle/>
                    <a:p>
                      <a:pPr>
                        <a:spcAft>
                          <a:spcPts val="0"/>
                        </a:spcAft>
                      </a:pPr>
                      <a:r>
                        <a:rPr lang="en-US" sz="1050">
                          <a:effectLst/>
                        </a:rPr>
                        <a:t>varchar(25)</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tc>
                  <a:txBody>
                    <a:bodyPr/>
                    <a:lstStyle/>
                    <a:p>
                      <a:pPr>
                        <a:spcAft>
                          <a:spcPts val="0"/>
                        </a:spcAft>
                      </a:pPr>
                      <a:r>
                        <a:rPr lang="en-US" sz="1050">
                          <a:effectLst/>
                        </a:rPr>
                        <a:t>Not null</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tc>
                  <a:txBody>
                    <a:bodyPr/>
                    <a:lstStyle/>
                    <a:p>
                      <a:pPr>
                        <a:spcAft>
                          <a:spcPts val="0"/>
                        </a:spcAft>
                      </a:pPr>
                      <a:r>
                        <a:rPr lang="en-US" sz="1050">
                          <a:effectLst/>
                        </a:rPr>
                        <a:t>Reg Type</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extLst>
                  <a:ext uri="{0D108BD9-81ED-4DB2-BD59-A6C34878D82A}">
                    <a16:rowId xmlns:a16="http://schemas.microsoft.com/office/drawing/2014/main" val="3285665141"/>
                  </a:ext>
                </a:extLst>
              </a:tr>
              <a:tr h="173584">
                <a:tc>
                  <a:txBody>
                    <a:bodyPr/>
                    <a:lstStyle/>
                    <a:p>
                      <a:pPr>
                        <a:spcAft>
                          <a:spcPts val="0"/>
                        </a:spcAft>
                      </a:pPr>
                      <a:r>
                        <a:rPr lang="en-US" sz="1050">
                          <a:effectLst/>
                        </a:rPr>
                        <a:t>Dob</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tc>
                  <a:txBody>
                    <a:bodyPr/>
                    <a:lstStyle/>
                    <a:p>
                      <a:pPr>
                        <a:spcAft>
                          <a:spcPts val="0"/>
                        </a:spcAft>
                      </a:pPr>
                      <a:r>
                        <a:rPr lang="en-US" sz="1050">
                          <a:effectLst/>
                        </a:rPr>
                        <a:t>date</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tc>
                  <a:txBody>
                    <a:bodyPr/>
                    <a:lstStyle/>
                    <a:p>
                      <a:pPr>
                        <a:spcAft>
                          <a:spcPts val="0"/>
                        </a:spcAft>
                      </a:pPr>
                      <a:r>
                        <a:rPr lang="en-US" sz="1050">
                          <a:effectLst/>
                        </a:rPr>
                        <a:t>Not null</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tc>
                  <a:txBody>
                    <a:bodyPr/>
                    <a:lstStyle/>
                    <a:p>
                      <a:pPr>
                        <a:spcAft>
                          <a:spcPts val="0"/>
                        </a:spcAft>
                      </a:pPr>
                      <a:r>
                        <a:rPr lang="en-US" sz="1050">
                          <a:effectLst/>
                        </a:rPr>
                        <a:t>DOB</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extLst>
                  <a:ext uri="{0D108BD9-81ED-4DB2-BD59-A6C34878D82A}">
                    <a16:rowId xmlns:a16="http://schemas.microsoft.com/office/drawing/2014/main" val="3209417974"/>
                  </a:ext>
                </a:extLst>
              </a:tr>
              <a:tr h="173584">
                <a:tc>
                  <a:txBody>
                    <a:bodyPr/>
                    <a:lstStyle/>
                    <a:p>
                      <a:pPr>
                        <a:spcAft>
                          <a:spcPts val="0"/>
                        </a:spcAft>
                      </a:pPr>
                      <a:r>
                        <a:rPr lang="en-US" sz="1050">
                          <a:effectLst/>
                        </a:rPr>
                        <a:t>Paddr</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tc>
                  <a:txBody>
                    <a:bodyPr/>
                    <a:lstStyle/>
                    <a:p>
                      <a:pPr>
                        <a:spcAft>
                          <a:spcPts val="0"/>
                        </a:spcAft>
                      </a:pPr>
                      <a:r>
                        <a:rPr lang="en-US" sz="1050">
                          <a:effectLst/>
                        </a:rPr>
                        <a:t>text</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tc>
                  <a:txBody>
                    <a:bodyPr/>
                    <a:lstStyle/>
                    <a:p>
                      <a:pPr>
                        <a:spcAft>
                          <a:spcPts val="0"/>
                        </a:spcAft>
                      </a:pPr>
                      <a:r>
                        <a:rPr lang="en-US" sz="1050">
                          <a:effectLst/>
                        </a:rPr>
                        <a:t>Not null</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tc>
                  <a:txBody>
                    <a:bodyPr/>
                    <a:lstStyle/>
                    <a:p>
                      <a:pPr>
                        <a:spcAft>
                          <a:spcPts val="0"/>
                        </a:spcAft>
                      </a:pPr>
                      <a:r>
                        <a:rPr lang="en-US" sz="1050">
                          <a:effectLst/>
                        </a:rPr>
                        <a:t>PAddr</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extLst>
                  <a:ext uri="{0D108BD9-81ED-4DB2-BD59-A6C34878D82A}">
                    <a16:rowId xmlns:a16="http://schemas.microsoft.com/office/drawing/2014/main" val="2619824338"/>
                  </a:ext>
                </a:extLst>
              </a:tr>
              <a:tr h="173584">
                <a:tc>
                  <a:txBody>
                    <a:bodyPr/>
                    <a:lstStyle/>
                    <a:p>
                      <a:pPr>
                        <a:spcAft>
                          <a:spcPts val="0"/>
                        </a:spcAft>
                      </a:pPr>
                      <a:r>
                        <a:rPr lang="en-US" sz="1050">
                          <a:effectLst/>
                        </a:rPr>
                        <a:t>Taddr</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tc>
                  <a:txBody>
                    <a:bodyPr/>
                    <a:lstStyle/>
                    <a:p>
                      <a:pPr>
                        <a:spcAft>
                          <a:spcPts val="0"/>
                        </a:spcAft>
                      </a:pPr>
                      <a:r>
                        <a:rPr lang="en-US" sz="1050">
                          <a:effectLst/>
                        </a:rPr>
                        <a:t>text</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tc>
                  <a:txBody>
                    <a:bodyPr/>
                    <a:lstStyle/>
                    <a:p>
                      <a:pPr>
                        <a:spcAft>
                          <a:spcPts val="0"/>
                        </a:spcAft>
                      </a:pPr>
                      <a:r>
                        <a:rPr lang="en-US" sz="1050">
                          <a:effectLst/>
                        </a:rPr>
                        <a:t>Not null</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tc>
                  <a:txBody>
                    <a:bodyPr/>
                    <a:lstStyle/>
                    <a:p>
                      <a:pPr>
                        <a:spcAft>
                          <a:spcPts val="0"/>
                        </a:spcAft>
                      </a:pPr>
                      <a:r>
                        <a:rPr lang="en-US" sz="1050">
                          <a:effectLst/>
                        </a:rPr>
                        <a:t>TAddr</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extLst>
                  <a:ext uri="{0D108BD9-81ED-4DB2-BD59-A6C34878D82A}">
                    <a16:rowId xmlns:a16="http://schemas.microsoft.com/office/drawing/2014/main" val="3245591339"/>
                  </a:ext>
                </a:extLst>
              </a:tr>
              <a:tr h="347168">
                <a:tc>
                  <a:txBody>
                    <a:bodyPr/>
                    <a:lstStyle/>
                    <a:p>
                      <a:pPr>
                        <a:spcAft>
                          <a:spcPts val="0"/>
                        </a:spcAft>
                      </a:pPr>
                      <a:r>
                        <a:rPr lang="en-US" sz="1050">
                          <a:effectLst/>
                        </a:rPr>
                        <a:t>Paddrduration</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tc>
                  <a:txBody>
                    <a:bodyPr/>
                    <a:lstStyle/>
                    <a:p>
                      <a:pPr>
                        <a:spcAft>
                          <a:spcPts val="0"/>
                        </a:spcAft>
                      </a:pPr>
                      <a:r>
                        <a:rPr lang="en-US" sz="1050">
                          <a:effectLst/>
                        </a:rPr>
                        <a:t>varchar(50)</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tc>
                  <a:txBody>
                    <a:bodyPr/>
                    <a:lstStyle/>
                    <a:p>
                      <a:pPr>
                        <a:spcAft>
                          <a:spcPts val="0"/>
                        </a:spcAft>
                      </a:pPr>
                      <a:r>
                        <a:rPr lang="en-US" sz="1050">
                          <a:effectLst/>
                        </a:rPr>
                        <a:t>Not null</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tc>
                  <a:txBody>
                    <a:bodyPr/>
                    <a:lstStyle/>
                    <a:p>
                      <a:pPr>
                        <a:spcAft>
                          <a:spcPts val="0"/>
                        </a:spcAft>
                      </a:pPr>
                      <a:r>
                        <a:rPr lang="en-US" sz="1050">
                          <a:effectLst/>
                        </a:rPr>
                        <a:t>PAddr Duration</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extLst>
                  <a:ext uri="{0D108BD9-81ED-4DB2-BD59-A6C34878D82A}">
                    <a16:rowId xmlns:a16="http://schemas.microsoft.com/office/drawing/2014/main" val="3653179057"/>
                  </a:ext>
                </a:extLst>
              </a:tr>
              <a:tr h="173584">
                <a:tc>
                  <a:txBody>
                    <a:bodyPr/>
                    <a:lstStyle/>
                    <a:p>
                      <a:pPr>
                        <a:spcAft>
                          <a:spcPts val="0"/>
                        </a:spcAft>
                      </a:pPr>
                      <a:r>
                        <a:rPr lang="en-US" sz="1050">
                          <a:effectLst/>
                        </a:rPr>
                        <a:t>Pancardno</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tc>
                  <a:txBody>
                    <a:bodyPr/>
                    <a:lstStyle/>
                    <a:p>
                      <a:pPr>
                        <a:spcAft>
                          <a:spcPts val="0"/>
                        </a:spcAft>
                      </a:pPr>
                      <a:r>
                        <a:rPr lang="en-US" sz="1050">
                          <a:effectLst/>
                        </a:rPr>
                        <a:t>varchar(25)</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tc>
                  <a:txBody>
                    <a:bodyPr/>
                    <a:lstStyle/>
                    <a:p>
                      <a:pPr>
                        <a:spcAft>
                          <a:spcPts val="0"/>
                        </a:spcAft>
                      </a:pPr>
                      <a:r>
                        <a:rPr lang="en-US" sz="1050">
                          <a:effectLst/>
                        </a:rPr>
                        <a:t>Not null</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tc>
                  <a:txBody>
                    <a:bodyPr/>
                    <a:lstStyle/>
                    <a:p>
                      <a:pPr>
                        <a:spcAft>
                          <a:spcPts val="0"/>
                        </a:spcAft>
                      </a:pPr>
                      <a:r>
                        <a:rPr lang="en-US" sz="1050">
                          <a:effectLst/>
                        </a:rPr>
                        <a:t>PanCard No</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extLst>
                  <a:ext uri="{0D108BD9-81ED-4DB2-BD59-A6C34878D82A}">
                    <a16:rowId xmlns:a16="http://schemas.microsoft.com/office/drawing/2014/main" val="2683729375"/>
                  </a:ext>
                </a:extLst>
              </a:tr>
              <a:tr h="173584">
                <a:tc>
                  <a:txBody>
                    <a:bodyPr/>
                    <a:lstStyle/>
                    <a:p>
                      <a:pPr>
                        <a:spcAft>
                          <a:spcPts val="0"/>
                        </a:spcAft>
                      </a:pPr>
                      <a:r>
                        <a:rPr lang="en-US" sz="1050">
                          <a:effectLst/>
                        </a:rPr>
                        <a:t>Birthplace</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tc>
                  <a:txBody>
                    <a:bodyPr/>
                    <a:lstStyle/>
                    <a:p>
                      <a:pPr>
                        <a:spcAft>
                          <a:spcPts val="0"/>
                        </a:spcAft>
                      </a:pPr>
                      <a:r>
                        <a:rPr lang="en-US" sz="1050">
                          <a:effectLst/>
                        </a:rPr>
                        <a:t>varchar(50)</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tc>
                  <a:txBody>
                    <a:bodyPr/>
                    <a:lstStyle/>
                    <a:p>
                      <a:pPr>
                        <a:spcAft>
                          <a:spcPts val="0"/>
                        </a:spcAft>
                      </a:pPr>
                      <a:r>
                        <a:rPr lang="en-US" sz="1050">
                          <a:effectLst/>
                        </a:rPr>
                        <a:t>Not null</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tc>
                  <a:txBody>
                    <a:bodyPr/>
                    <a:lstStyle/>
                    <a:p>
                      <a:pPr>
                        <a:spcAft>
                          <a:spcPts val="0"/>
                        </a:spcAft>
                      </a:pPr>
                      <a:r>
                        <a:rPr lang="en-US" sz="1050">
                          <a:effectLst/>
                        </a:rPr>
                        <a:t>Birth Place</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extLst>
                  <a:ext uri="{0D108BD9-81ED-4DB2-BD59-A6C34878D82A}">
                    <a16:rowId xmlns:a16="http://schemas.microsoft.com/office/drawing/2014/main" val="497234707"/>
                  </a:ext>
                </a:extLst>
              </a:tr>
              <a:tr h="347168">
                <a:tc>
                  <a:txBody>
                    <a:bodyPr/>
                    <a:lstStyle/>
                    <a:p>
                      <a:pPr>
                        <a:spcAft>
                          <a:spcPts val="0"/>
                        </a:spcAft>
                      </a:pPr>
                      <a:r>
                        <a:rPr lang="en-US" sz="1050">
                          <a:effectLst/>
                        </a:rPr>
                        <a:t>Vehiclepurchasedfrom</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tc>
                  <a:txBody>
                    <a:bodyPr/>
                    <a:lstStyle/>
                    <a:p>
                      <a:pPr>
                        <a:spcAft>
                          <a:spcPts val="0"/>
                        </a:spcAft>
                      </a:pPr>
                      <a:r>
                        <a:rPr lang="en-US" sz="1050">
                          <a:effectLst/>
                        </a:rPr>
                        <a:t>text</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tc>
                  <a:txBody>
                    <a:bodyPr/>
                    <a:lstStyle/>
                    <a:p>
                      <a:pPr>
                        <a:spcAft>
                          <a:spcPts val="0"/>
                        </a:spcAft>
                      </a:pPr>
                      <a:r>
                        <a:rPr lang="en-US" sz="1050">
                          <a:effectLst/>
                        </a:rPr>
                        <a:t>Not null</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tc>
                  <a:txBody>
                    <a:bodyPr/>
                    <a:lstStyle/>
                    <a:p>
                      <a:pPr>
                        <a:spcAft>
                          <a:spcPts val="0"/>
                        </a:spcAft>
                      </a:pPr>
                      <a:r>
                        <a:rPr lang="en-US" sz="1050">
                          <a:effectLst/>
                        </a:rPr>
                        <a:t>Vehicle Purchased Form</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extLst>
                  <a:ext uri="{0D108BD9-81ED-4DB2-BD59-A6C34878D82A}">
                    <a16:rowId xmlns:a16="http://schemas.microsoft.com/office/drawing/2014/main" val="254501690"/>
                  </a:ext>
                </a:extLst>
              </a:tr>
              <a:tr h="347168">
                <a:tc>
                  <a:txBody>
                    <a:bodyPr/>
                    <a:lstStyle/>
                    <a:p>
                      <a:pPr>
                        <a:spcAft>
                          <a:spcPts val="0"/>
                        </a:spcAft>
                      </a:pPr>
                      <a:r>
                        <a:rPr lang="en-US" sz="1050">
                          <a:effectLst/>
                        </a:rPr>
                        <a:t>Vehicletypeid</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tc>
                  <a:txBody>
                    <a:bodyPr/>
                    <a:lstStyle/>
                    <a:p>
                      <a:pPr>
                        <a:spcAft>
                          <a:spcPts val="0"/>
                        </a:spcAft>
                      </a:pPr>
                      <a:r>
                        <a:rPr lang="en-US" sz="1050">
                          <a:effectLst/>
                        </a:rPr>
                        <a:t>int(10)</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tc>
                  <a:txBody>
                    <a:bodyPr/>
                    <a:lstStyle/>
                    <a:p>
                      <a:pPr>
                        <a:spcAft>
                          <a:spcPts val="0"/>
                        </a:spcAft>
                      </a:pPr>
                      <a:r>
                        <a:rPr lang="en-US" sz="1050" dirty="0">
                          <a:effectLst/>
                        </a:rPr>
                        <a:t>Not null</a:t>
                      </a:r>
                      <a:endParaRPr lang="en-IN" sz="105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tc>
                  <a:txBody>
                    <a:bodyPr/>
                    <a:lstStyle/>
                    <a:p>
                      <a:pPr>
                        <a:spcAft>
                          <a:spcPts val="0"/>
                        </a:spcAft>
                      </a:pPr>
                      <a:r>
                        <a:rPr lang="en-US" sz="1050">
                          <a:effectLst/>
                        </a:rPr>
                        <a:t>Vehicle Type ID</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extLst>
                  <a:ext uri="{0D108BD9-81ED-4DB2-BD59-A6C34878D82A}">
                    <a16:rowId xmlns:a16="http://schemas.microsoft.com/office/drawing/2014/main" val="2292166362"/>
                  </a:ext>
                </a:extLst>
              </a:tr>
              <a:tr h="347168">
                <a:tc>
                  <a:txBody>
                    <a:bodyPr/>
                    <a:lstStyle/>
                    <a:p>
                      <a:pPr>
                        <a:spcAft>
                          <a:spcPts val="0"/>
                        </a:spcAft>
                      </a:pPr>
                      <a:r>
                        <a:rPr lang="en-US" sz="1050">
                          <a:effectLst/>
                        </a:rPr>
                        <a:t>Vehicledetail</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tc>
                  <a:txBody>
                    <a:bodyPr/>
                    <a:lstStyle/>
                    <a:p>
                      <a:pPr>
                        <a:spcAft>
                          <a:spcPts val="0"/>
                        </a:spcAft>
                      </a:pPr>
                      <a:r>
                        <a:rPr lang="en-US" sz="1050">
                          <a:effectLst/>
                        </a:rPr>
                        <a:t>text</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tc>
                  <a:txBody>
                    <a:bodyPr/>
                    <a:lstStyle/>
                    <a:p>
                      <a:pPr>
                        <a:spcAft>
                          <a:spcPts val="0"/>
                        </a:spcAft>
                      </a:pPr>
                      <a:r>
                        <a:rPr lang="en-US" sz="1050">
                          <a:effectLst/>
                        </a:rPr>
                        <a:t>Not null</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tc>
                  <a:txBody>
                    <a:bodyPr/>
                    <a:lstStyle/>
                    <a:p>
                      <a:pPr>
                        <a:spcAft>
                          <a:spcPts val="0"/>
                        </a:spcAft>
                      </a:pPr>
                      <a:r>
                        <a:rPr lang="en-US" sz="1050">
                          <a:effectLst/>
                        </a:rPr>
                        <a:t>Vehicle Detail</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extLst>
                  <a:ext uri="{0D108BD9-81ED-4DB2-BD59-A6C34878D82A}">
                    <a16:rowId xmlns:a16="http://schemas.microsoft.com/office/drawing/2014/main" val="10084434"/>
                  </a:ext>
                </a:extLst>
              </a:tr>
              <a:tr h="173584">
                <a:tc>
                  <a:txBody>
                    <a:bodyPr/>
                    <a:lstStyle/>
                    <a:p>
                      <a:pPr>
                        <a:spcAft>
                          <a:spcPts val="0"/>
                        </a:spcAft>
                      </a:pPr>
                      <a:r>
                        <a:rPr lang="en-US" sz="1050">
                          <a:effectLst/>
                        </a:rPr>
                        <a:t>Chasisno</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tc>
                  <a:txBody>
                    <a:bodyPr/>
                    <a:lstStyle/>
                    <a:p>
                      <a:pPr>
                        <a:spcAft>
                          <a:spcPts val="0"/>
                        </a:spcAft>
                      </a:pPr>
                      <a:r>
                        <a:rPr lang="en-US" sz="1050">
                          <a:effectLst/>
                        </a:rPr>
                        <a:t>varchar(50)</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tc>
                  <a:txBody>
                    <a:bodyPr/>
                    <a:lstStyle/>
                    <a:p>
                      <a:pPr>
                        <a:spcAft>
                          <a:spcPts val="0"/>
                        </a:spcAft>
                      </a:pPr>
                      <a:r>
                        <a:rPr lang="en-US" sz="1050">
                          <a:effectLst/>
                        </a:rPr>
                        <a:t>Not null</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tc>
                  <a:txBody>
                    <a:bodyPr/>
                    <a:lstStyle/>
                    <a:p>
                      <a:pPr>
                        <a:spcAft>
                          <a:spcPts val="0"/>
                        </a:spcAft>
                      </a:pPr>
                      <a:r>
                        <a:rPr lang="en-US" sz="1050">
                          <a:effectLst/>
                        </a:rPr>
                        <a:t>Chasis No</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extLst>
                  <a:ext uri="{0D108BD9-81ED-4DB2-BD59-A6C34878D82A}">
                    <a16:rowId xmlns:a16="http://schemas.microsoft.com/office/drawing/2014/main" val="3388247645"/>
                  </a:ext>
                </a:extLst>
              </a:tr>
              <a:tr h="173584">
                <a:tc>
                  <a:txBody>
                    <a:bodyPr/>
                    <a:lstStyle/>
                    <a:p>
                      <a:pPr>
                        <a:spcAft>
                          <a:spcPts val="0"/>
                        </a:spcAft>
                      </a:pPr>
                      <a:r>
                        <a:rPr lang="en-US" sz="1050">
                          <a:effectLst/>
                        </a:rPr>
                        <a:t>Engineno</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tc>
                  <a:txBody>
                    <a:bodyPr/>
                    <a:lstStyle/>
                    <a:p>
                      <a:pPr>
                        <a:spcAft>
                          <a:spcPts val="0"/>
                        </a:spcAft>
                      </a:pPr>
                      <a:r>
                        <a:rPr lang="en-US" sz="1050">
                          <a:effectLst/>
                        </a:rPr>
                        <a:t>varchar(50)</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tc>
                  <a:txBody>
                    <a:bodyPr/>
                    <a:lstStyle/>
                    <a:p>
                      <a:pPr>
                        <a:spcAft>
                          <a:spcPts val="0"/>
                        </a:spcAft>
                      </a:pPr>
                      <a:r>
                        <a:rPr lang="en-US" sz="1050">
                          <a:effectLst/>
                        </a:rPr>
                        <a:t>Not null</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tc>
                  <a:txBody>
                    <a:bodyPr/>
                    <a:lstStyle/>
                    <a:p>
                      <a:pPr>
                        <a:spcAft>
                          <a:spcPts val="0"/>
                        </a:spcAft>
                      </a:pPr>
                      <a:r>
                        <a:rPr lang="en-US" sz="1050">
                          <a:effectLst/>
                        </a:rPr>
                        <a:t>Engine No</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extLst>
                  <a:ext uri="{0D108BD9-81ED-4DB2-BD59-A6C34878D82A}">
                    <a16:rowId xmlns:a16="http://schemas.microsoft.com/office/drawing/2014/main" val="3576218053"/>
                  </a:ext>
                </a:extLst>
              </a:tr>
              <a:tr h="347168">
                <a:tc>
                  <a:txBody>
                    <a:bodyPr/>
                    <a:lstStyle/>
                    <a:p>
                      <a:pPr>
                        <a:spcAft>
                          <a:spcPts val="0"/>
                        </a:spcAft>
                      </a:pPr>
                      <a:r>
                        <a:rPr lang="en-US" sz="1050">
                          <a:effectLst/>
                        </a:rPr>
                        <a:t>Seatingcapacity</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tc>
                  <a:txBody>
                    <a:bodyPr/>
                    <a:lstStyle/>
                    <a:p>
                      <a:pPr>
                        <a:spcAft>
                          <a:spcPts val="0"/>
                        </a:spcAft>
                      </a:pPr>
                      <a:r>
                        <a:rPr lang="en-US" sz="1050">
                          <a:effectLst/>
                        </a:rPr>
                        <a:t>varchar(50)</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tc>
                  <a:txBody>
                    <a:bodyPr/>
                    <a:lstStyle/>
                    <a:p>
                      <a:pPr>
                        <a:spcAft>
                          <a:spcPts val="0"/>
                        </a:spcAft>
                      </a:pPr>
                      <a:r>
                        <a:rPr lang="en-US" sz="1050">
                          <a:effectLst/>
                        </a:rPr>
                        <a:t>Not null</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tc>
                  <a:txBody>
                    <a:bodyPr/>
                    <a:lstStyle/>
                    <a:p>
                      <a:pPr>
                        <a:spcAft>
                          <a:spcPts val="0"/>
                        </a:spcAft>
                      </a:pPr>
                      <a:r>
                        <a:rPr lang="en-US" sz="1050">
                          <a:effectLst/>
                        </a:rPr>
                        <a:t>Seating Capacity</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extLst>
                  <a:ext uri="{0D108BD9-81ED-4DB2-BD59-A6C34878D82A}">
                    <a16:rowId xmlns:a16="http://schemas.microsoft.com/office/drawing/2014/main" val="1223949489"/>
                  </a:ext>
                </a:extLst>
              </a:tr>
              <a:tr h="173584">
                <a:tc>
                  <a:txBody>
                    <a:bodyPr/>
                    <a:lstStyle/>
                    <a:p>
                      <a:pPr>
                        <a:spcAft>
                          <a:spcPts val="0"/>
                        </a:spcAft>
                      </a:pPr>
                      <a:r>
                        <a:rPr lang="en-US" sz="1050">
                          <a:effectLst/>
                        </a:rPr>
                        <a:t>Fuel</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tc>
                  <a:txBody>
                    <a:bodyPr/>
                    <a:lstStyle/>
                    <a:p>
                      <a:pPr>
                        <a:spcAft>
                          <a:spcPts val="0"/>
                        </a:spcAft>
                      </a:pPr>
                      <a:r>
                        <a:rPr lang="en-US" sz="1050">
                          <a:effectLst/>
                        </a:rPr>
                        <a:t>varchar(50)</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tc>
                  <a:txBody>
                    <a:bodyPr/>
                    <a:lstStyle/>
                    <a:p>
                      <a:pPr>
                        <a:spcAft>
                          <a:spcPts val="0"/>
                        </a:spcAft>
                      </a:pPr>
                      <a:r>
                        <a:rPr lang="en-US" sz="1050">
                          <a:effectLst/>
                        </a:rPr>
                        <a:t>Not null</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tc>
                  <a:txBody>
                    <a:bodyPr/>
                    <a:lstStyle/>
                    <a:p>
                      <a:pPr>
                        <a:spcAft>
                          <a:spcPts val="0"/>
                        </a:spcAft>
                      </a:pPr>
                      <a:r>
                        <a:rPr lang="en-US" sz="1050">
                          <a:effectLst/>
                        </a:rPr>
                        <a:t>Fuel</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extLst>
                  <a:ext uri="{0D108BD9-81ED-4DB2-BD59-A6C34878D82A}">
                    <a16:rowId xmlns:a16="http://schemas.microsoft.com/office/drawing/2014/main" val="2186474797"/>
                  </a:ext>
                </a:extLst>
              </a:tr>
              <a:tr h="347168">
                <a:tc>
                  <a:txBody>
                    <a:bodyPr/>
                    <a:lstStyle/>
                    <a:p>
                      <a:pPr>
                        <a:spcAft>
                          <a:spcPts val="0"/>
                        </a:spcAft>
                      </a:pPr>
                      <a:r>
                        <a:rPr lang="en-US" sz="1050">
                          <a:effectLst/>
                        </a:rPr>
                        <a:t>Vehicleimg</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tc>
                  <a:txBody>
                    <a:bodyPr/>
                    <a:lstStyle/>
                    <a:p>
                      <a:pPr>
                        <a:spcAft>
                          <a:spcPts val="0"/>
                        </a:spcAft>
                      </a:pPr>
                      <a:r>
                        <a:rPr lang="en-US" sz="1050">
                          <a:effectLst/>
                        </a:rPr>
                        <a:t>varchar(100)</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tc>
                  <a:txBody>
                    <a:bodyPr/>
                    <a:lstStyle/>
                    <a:p>
                      <a:pPr>
                        <a:spcAft>
                          <a:spcPts val="0"/>
                        </a:spcAft>
                      </a:pPr>
                      <a:r>
                        <a:rPr lang="en-US" sz="1050">
                          <a:effectLst/>
                        </a:rPr>
                        <a:t>Not null</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tc>
                  <a:txBody>
                    <a:bodyPr/>
                    <a:lstStyle/>
                    <a:p>
                      <a:pPr>
                        <a:spcAft>
                          <a:spcPts val="0"/>
                        </a:spcAft>
                      </a:pPr>
                      <a:r>
                        <a:rPr lang="en-US" sz="1050">
                          <a:effectLst/>
                        </a:rPr>
                        <a:t>Vehicle Img</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extLst>
                  <a:ext uri="{0D108BD9-81ED-4DB2-BD59-A6C34878D82A}">
                    <a16:rowId xmlns:a16="http://schemas.microsoft.com/office/drawing/2014/main" val="1422799980"/>
                  </a:ext>
                </a:extLst>
              </a:tr>
              <a:tr h="173584">
                <a:tc>
                  <a:txBody>
                    <a:bodyPr/>
                    <a:lstStyle/>
                    <a:p>
                      <a:pPr>
                        <a:spcAft>
                          <a:spcPts val="0"/>
                        </a:spcAft>
                      </a:pPr>
                      <a:r>
                        <a:rPr lang="en-US" sz="1050">
                          <a:effectLst/>
                        </a:rPr>
                        <a:t>Note</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tc>
                  <a:txBody>
                    <a:bodyPr/>
                    <a:lstStyle/>
                    <a:p>
                      <a:pPr>
                        <a:spcAft>
                          <a:spcPts val="0"/>
                        </a:spcAft>
                      </a:pPr>
                      <a:r>
                        <a:rPr lang="en-US" sz="1050">
                          <a:effectLst/>
                        </a:rPr>
                        <a:t>text</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tc>
                  <a:txBody>
                    <a:bodyPr/>
                    <a:lstStyle/>
                    <a:p>
                      <a:pPr>
                        <a:spcAft>
                          <a:spcPts val="0"/>
                        </a:spcAft>
                      </a:pPr>
                      <a:r>
                        <a:rPr lang="en-US" sz="1050">
                          <a:effectLst/>
                        </a:rPr>
                        <a:t>Not null</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tc>
                  <a:txBody>
                    <a:bodyPr/>
                    <a:lstStyle/>
                    <a:p>
                      <a:pPr>
                        <a:spcAft>
                          <a:spcPts val="0"/>
                        </a:spcAft>
                      </a:pPr>
                      <a:r>
                        <a:rPr lang="en-US" sz="1050">
                          <a:effectLst/>
                        </a:rPr>
                        <a:t>Note</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extLst>
                  <a:ext uri="{0D108BD9-81ED-4DB2-BD59-A6C34878D82A}">
                    <a16:rowId xmlns:a16="http://schemas.microsoft.com/office/drawing/2014/main" val="1284418436"/>
                  </a:ext>
                </a:extLst>
              </a:tr>
              <a:tr h="173584">
                <a:tc>
                  <a:txBody>
                    <a:bodyPr/>
                    <a:lstStyle/>
                    <a:p>
                      <a:pPr>
                        <a:spcAft>
                          <a:spcPts val="0"/>
                        </a:spcAft>
                      </a:pPr>
                      <a:r>
                        <a:rPr lang="en-US" sz="1050">
                          <a:effectLst/>
                        </a:rPr>
                        <a:t>Date</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tc>
                  <a:txBody>
                    <a:bodyPr/>
                    <a:lstStyle/>
                    <a:p>
                      <a:pPr>
                        <a:spcAft>
                          <a:spcPts val="0"/>
                        </a:spcAft>
                      </a:pPr>
                      <a:r>
                        <a:rPr lang="en-US" sz="1050">
                          <a:effectLst/>
                        </a:rPr>
                        <a:t>date</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tc>
                  <a:txBody>
                    <a:bodyPr/>
                    <a:lstStyle/>
                    <a:p>
                      <a:pPr>
                        <a:spcAft>
                          <a:spcPts val="0"/>
                        </a:spcAft>
                      </a:pPr>
                      <a:r>
                        <a:rPr lang="en-US" sz="1050">
                          <a:effectLst/>
                        </a:rPr>
                        <a:t>Not null</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tc>
                  <a:txBody>
                    <a:bodyPr/>
                    <a:lstStyle/>
                    <a:p>
                      <a:pPr>
                        <a:spcAft>
                          <a:spcPts val="0"/>
                        </a:spcAft>
                      </a:pPr>
                      <a:r>
                        <a:rPr lang="en-US" sz="1050">
                          <a:effectLst/>
                        </a:rPr>
                        <a:t>Date</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extLst>
                  <a:ext uri="{0D108BD9-81ED-4DB2-BD59-A6C34878D82A}">
                    <a16:rowId xmlns:a16="http://schemas.microsoft.com/office/drawing/2014/main" val="2560060380"/>
                  </a:ext>
                </a:extLst>
              </a:tr>
              <a:tr h="173584">
                <a:tc>
                  <a:txBody>
                    <a:bodyPr/>
                    <a:lstStyle/>
                    <a:p>
                      <a:pPr>
                        <a:spcAft>
                          <a:spcPts val="0"/>
                        </a:spcAft>
                      </a:pPr>
                      <a:r>
                        <a:rPr lang="en-US" sz="1050">
                          <a:effectLst/>
                        </a:rPr>
                        <a:t>Vehicleno</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tc>
                  <a:txBody>
                    <a:bodyPr/>
                    <a:lstStyle/>
                    <a:p>
                      <a:pPr>
                        <a:spcAft>
                          <a:spcPts val="0"/>
                        </a:spcAft>
                      </a:pPr>
                      <a:r>
                        <a:rPr lang="en-US" sz="1050">
                          <a:effectLst/>
                        </a:rPr>
                        <a:t>varchar(50)</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tc>
                  <a:txBody>
                    <a:bodyPr/>
                    <a:lstStyle/>
                    <a:p>
                      <a:pPr>
                        <a:spcAft>
                          <a:spcPts val="0"/>
                        </a:spcAft>
                      </a:pPr>
                      <a:r>
                        <a:rPr lang="en-US" sz="1050">
                          <a:effectLst/>
                        </a:rPr>
                        <a:t>Not null</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tc>
                  <a:txBody>
                    <a:bodyPr/>
                    <a:lstStyle/>
                    <a:p>
                      <a:pPr>
                        <a:spcAft>
                          <a:spcPts val="0"/>
                        </a:spcAft>
                      </a:pPr>
                      <a:r>
                        <a:rPr lang="en-US" sz="1050">
                          <a:effectLst/>
                        </a:rPr>
                        <a:t>Vehicle No</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extLst>
                  <a:ext uri="{0D108BD9-81ED-4DB2-BD59-A6C34878D82A}">
                    <a16:rowId xmlns:a16="http://schemas.microsoft.com/office/drawing/2014/main" val="2941969506"/>
                  </a:ext>
                </a:extLst>
              </a:tr>
              <a:tr h="173584">
                <a:tc>
                  <a:txBody>
                    <a:bodyPr/>
                    <a:lstStyle/>
                    <a:p>
                      <a:pPr>
                        <a:spcAft>
                          <a:spcPts val="0"/>
                        </a:spcAft>
                      </a:pPr>
                      <a:r>
                        <a:rPr lang="en-US" sz="1050">
                          <a:effectLst/>
                        </a:rPr>
                        <a:t>Status</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tc>
                  <a:txBody>
                    <a:bodyPr/>
                    <a:lstStyle/>
                    <a:p>
                      <a:pPr>
                        <a:spcAft>
                          <a:spcPts val="0"/>
                        </a:spcAft>
                      </a:pPr>
                      <a:r>
                        <a:rPr lang="en-US" sz="1050">
                          <a:effectLst/>
                        </a:rPr>
                        <a:t>varchar(50)</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tc>
                  <a:txBody>
                    <a:bodyPr/>
                    <a:lstStyle/>
                    <a:p>
                      <a:pPr>
                        <a:spcAft>
                          <a:spcPts val="0"/>
                        </a:spcAft>
                      </a:pPr>
                      <a:r>
                        <a:rPr lang="en-US" sz="1050">
                          <a:effectLst/>
                        </a:rPr>
                        <a:t>Not null</a:t>
                      </a:r>
                      <a:endParaRPr lang="en-IN" sz="10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tc>
                  <a:txBody>
                    <a:bodyPr/>
                    <a:lstStyle/>
                    <a:p>
                      <a:pPr>
                        <a:spcAft>
                          <a:spcPts val="0"/>
                        </a:spcAft>
                      </a:pPr>
                      <a:r>
                        <a:rPr lang="en-US" sz="1050" dirty="0">
                          <a:effectLst/>
                        </a:rPr>
                        <a:t>Status</a:t>
                      </a:r>
                      <a:endParaRPr lang="en-IN" sz="105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4555" marR="14555" marT="0" marB="0"/>
                </a:tc>
                <a:extLst>
                  <a:ext uri="{0D108BD9-81ED-4DB2-BD59-A6C34878D82A}">
                    <a16:rowId xmlns:a16="http://schemas.microsoft.com/office/drawing/2014/main" val="1975763186"/>
                  </a:ext>
                </a:extLst>
              </a:tr>
            </a:tbl>
          </a:graphicData>
        </a:graphic>
      </p:graphicFrame>
      <p:sp>
        <p:nvSpPr>
          <p:cNvPr id="7" name="Rectangle 2">
            <a:extLst>
              <a:ext uri="{FF2B5EF4-FFF2-40B4-BE49-F238E27FC236}">
                <a16:creationId xmlns:a16="http://schemas.microsoft.com/office/drawing/2014/main" id="{F8885CB5-EAD2-495E-B81D-5F67D31A32E0}"/>
              </a:ext>
            </a:extLst>
          </p:cNvPr>
          <p:cNvSpPr>
            <a:spLocks noChangeArrowheads="1"/>
          </p:cNvSpPr>
          <p:nvPr/>
        </p:nvSpPr>
        <p:spPr bwMode="auto">
          <a:xfrm>
            <a:off x="-35215026" y="1332984"/>
            <a:ext cx="5192505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7">
            <a:extLst>
              <a:ext uri="{FF2B5EF4-FFF2-40B4-BE49-F238E27FC236}">
                <a16:creationId xmlns:a16="http://schemas.microsoft.com/office/drawing/2014/main" id="{9A23F5FE-43DE-4F69-A06E-FA1436EA84A1}"/>
              </a:ext>
            </a:extLst>
          </p:cNvPr>
          <p:cNvSpPr/>
          <p:nvPr/>
        </p:nvSpPr>
        <p:spPr>
          <a:xfrm>
            <a:off x="176750" y="82181"/>
            <a:ext cx="3874522" cy="400110"/>
          </a:xfrm>
          <a:prstGeom prst="rect">
            <a:avLst/>
          </a:prstGeom>
        </p:spPr>
        <p:txBody>
          <a:bodyPr wrap="none">
            <a:spAutoFit/>
          </a:bodyPr>
          <a:lstStyle/>
          <a:p>
            <a:pPr marL="342900" indent="-342900">
              <a:buFont typeface="Wingdings" panose="05000000000000000000" pitchFamily="2" charset="2"/>
              <a:buChar char="q"/>
            </a:pPr>
            <a:r>
              <a:rPr lang="en-US" sz="2000" dirty="0">
                <a:latin typeface="Times New Roman" panose="02020603050405020304" pitchFamily="18" charset="0"/>
                <a:ea typeface="Times New Roman" panose="02020603050405020304" pitchFamily="18" charset="0"/>
              </a:rPr>
              <a:t>Table Name</a:t>
            </a:r>
            <a:r>
              <a:rPr lang="en-US" sz="2000">
                <a:latin typeface="Times New Roman" panose="02020603050405020304" pitchFamily="18" charset="0"/>
                <a:ea typeface="Times New Roman" panose="02020603050405020304" pitchFamily="18" charset="0"/>
              </a:rPr>
              <a:t>: vehicle registration</a:t>
            </a:r>
            <a:endParaRPr lang="en-IN" sz="2000" b="1" dirty="0">
              <a:latin typeface="Times New Roman" panose="02020603050405020304" pitchFamily="18" charset="0"/>
              <a:ea typeface="Times New Roman" panose="02020603050405020304" pitchFamily="18" charset="0"/>
            </a:endParaRPr>
          </a:p>
        </p:txBody>
      </p:sp>
      <p:sp>
        <p:nvSpPr>
          <p:cNvPr id="3" name="Rectangle 2">
            <a:extLst>
              <a:ext uri="{FF2B5EF4-FFF2-40B4-BE49-F238E27FC236}">
                <a16:creationId xmlns:a16="http://schemas.microsoft.com/office/drawing/2014/main" id="{EB431804-AC8F-4788-9378-B47DAD5047EC}"/>
              </a:ext>
            </a:extLst>
          </p:cNvPr>
          <p:cNvSpPr/>
          <p:nvPr/>
        </p:nvSpPr>
        <p:spPr>
          <a:xfrm>
            <a:off x="10637381" y="6406487"/>
            <a:ext cx="1240294" cy="261610"/>
          </a:xfrm>
          <a:prstGeom prst="rect">
            <a:avLst/>
          </a:prstGeom>
        </p:spPr>
        <p:txBody>
          <a:bodyPr wrap="square">
            <a:spAutoFit/>
          </a:bodyPr>
          <a:lstStyle/>
          <a:p>
            <a:r>
              <a:rPr lang="en-IN" sz="1100" b="1" dirty="0">
                <a:solidFill>
                  <a:schemeClr val="tx1">
                    <a:lumMod val="95000"/>
                    <a:lumOff val="5000"/>
                  </a:schemeClr>
                </a:solidFill>
                <a:latin typeface="Times New Roman" panose="02020603050405020304" pitchFamily="18" charset="0"/>
                <a:cs typeface="Times New Roman" panose="02020603050405020304" pitchFamily="18" charset="0"/>
              </a:rPr>
              <a:t>PG NO:13 </a:t>
            </a:r>
            <a:endParaRPr lang="en-IN" sz="1100" dirty="0"/>
          </a:p>
        </p:txBody>
      </p:sp>
    </p:spTree>
    <p:extLst>
      <p:ext uri="{BB962C8B-B14F-4D97-AF65-F5344CB8AC3E}">
        <p14:creationId xmlns:p14="http://schemas.microsoft.com/office/powerpoint/2010/main" val="355581472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920AA06-1AB9-4F54-88F1-BAAF77C4CF66}"/>
              </a:ext>
            </a:extLst>
          </p:cNvPr>
          <p:cNvSpPr>
            <a:spLocks noGrp="1"/>
          </p:cNvSpPr>
          <p:nvPr>
            <p:ph type="sldNum" sz="quarter" idx="12"/>
          </p:nvPr>
        </p:nvSpPr>
        <p:spPr>
          <a:xfrm>
            <a:off x="11183737" y="6368908"/>
            <a:ext cx="812644" cy="365125"/>
          </a:xfrm>
        </p:spPr>
        <p:txBody>
          <a:bodyPr/>
          <a:lstStyle/>
          <a:p>
            <a:r>
              <a:rPr lang="en-IN" b="1" dirty="0">
                <a:solidFill>
                  <a:schemeClr val="tx1"/>
                </a:solidFill>
                <a:latin typeface="Times New Roman" panose="02020603050405020304" pitchFamily="18" charset="0"/>
                <a:cs typeface="Times New Roman" panose="02020603050405020304" pitchFamily="18" charset="0"/>
              </a:rPr>
              <a:t>PG NO:</a:t>
            </a:r>
            <a:fld id="{B54A08B0-5A9A-4946-919B-A6856108856E}" type="slidenum">
              <a:rPr lang="en-IN" smtClean="0">
                <a:solidFill>
                  <a:schemeClr val="tx1"/>
                </a:solidFill>
              </a:rPr>
              <a:t>35</a:t>
            </a:fld>
            <a:endParaRPr lang="en-IN" dirty="0">
              <a:solidFill>
                <a:schemeClr val="tx1"/>
              </a:solidFill>
            </a:endParaRPr>
          </a:p>
        </p:txBody>
      </p:sp>
      <p:graphicFrame>
        <p:nvGraphicFramePr>
          <p:cNvPr id="3" name="Table 2">
            <a:extLst>
              <a:ext uri="{FF2B5EF4-FFF2-40B4-BE49-F238E27FC236}">
                <a16:creationId xmlns:a16="http://schemas.microsoft.com/office/drawing/2014/main" id="{7CCA2863-B1D9-4743-A97F-2F34CD492E0C}"/>
              </a:ext>
            </a:extLst>
          </p:cNvPr>
          <p:cNvGraphicFramePr>
            <a:graphicFrameLocks noGrp="1"/>
          </p:cNvGraphicFramePr>
          <p:nvPr/>
        </p:nvGraphicFramePr>
        <p:xfrm>
          <a:off x="435934" y="571295"/>
          <a:ext cx="5840730" cy="1533952"/>
        </p:xfrm>
        <a:graphic>
          <a:graphicData uri="http://schemas.openxmlformats.org/drawingml/2006/table">
            <a:tbl>
              <a:tblPr firstRow="1" firstCol="1" bandRow="1">
                <a:tableStyleId>{5C22544A-7EE6-4342-B048-85BDC9FD1C3A}</a:tableStyleId>
              </a:tblPr>
              <a:tblGrid>
                <a:gridCol w="1383030">
                  <a:extLst>
                    <a:ext uri="{9D8B030D-6E8A-4147-A177-3AD203B41FA5}">
                      <a16:colId xmlns:a16="http://schemas.microsoft.com/office/drawing/2014/main" val="1745685266"/>
                    </a:ext>
                  </a:extLst>
                </a:gridCol>
                <a:gridCol w="857250">
                  <a:extLst>
                    <a:ext uri="{9D8B030D-6E8A-4147-A177-3AD203B41FA5}">
                      <a16:colId xmlns:a16="http://schemas.microsoft.com/office/drawing/2014/main" val="2362305748"/>
                    </a:ext>
                  </a:extLst>
                </a:gridCol>
                <a:gridCol w="1085850">
                  <a:extLst>
                    <a:ext uri="{9D8B030D-6E8A-4147-A177-3AD203B41FA5}">
                      <a16:colId xmlns:a16="http://schemas.microsoft.com/office/drawing/2014/main" val="4030661440"/>
                    </a:ext>
                  </a:extLst>
                </a:gridCol>
                <a:gridCol w="2514600">
                  <a:extLst>
                    <a:ext uri="{9D8B030D-6E8A-4147-A177-3AD203B41FA5}">
                      <a16:colId xmlns:a16="http://schemas.microsoft.com/office/drawing/2014/main" val="2580568703"/>
                    </a:ext>
                  </a:extLst>
                </a:gridCol>
              </a:tblGrid>
              <a:tr h="219136">
                <a:tc>
                  <a:txBody>
                    <a:bodyPr/>
                    <a:lstStyle/>
                    <a:p>
                      <a:pPr algn="ctr">
                        <a:spcAft>
                          <a:spcPts val="0"/>
                        </a:spcAft>
                      </a:pPr>
                      <a:r>
                        <a:rPr lang="en-US" sz="1200">
                          <a:effectLst/>
                        </a:rPr>
                        <a:t>Column</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Data Type</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Index</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Description</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764469471"/>
                  </a:ext>
                </a:extLst>
              </a:tr>
              <a:tr h="219136">
                <a:tc>
                  <a:txBody>
                    <a:bodyPr/>
                    <a:lstStyle/>
                    <a:p>
                      <a:pPr>
                        <a:spcAft>
                          <a:spcPts val="0"/>
                        </a:spcAft>
                      </a:pPr>
                      <a:r>
                        <a:rPr lang="en-US" sz="1200">
                          <a:effectLst/>
                        </a:rPr>
                        <a:t>Vehicletypeid</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int(10)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Primary key</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Vehicle Type ID</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957515105"/>
                  </a:ext>
                </a:extLst>
              </a:tr>
              <a:tr h="438272">
                <a:tc>
                  <a:txBody>
                    <a:bodyPr/>
                    <a:lstStyle/>
                    <a:p>
                      <a:pPr>
                        <a:spcAft>
                          <a:spcPts val="0"/>
                        </a:spcAft>
                      </a:pPr>
                      <a:r>
                        <a:rPr lang="en-US" sz="1200">
                          <a:effectLst/>
                        </a:rPr>
                        <a:t>Vehicletype</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varchar(20)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Not null</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Vehicle Type</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58395574"/>
                  </a:ext>
                </a:extLst>
              </a:tr>
              <a:tr h="219136">
                <a:tc>
                  <a:txBody>
                    <a:bodyPr/>
                    <a:lstStyle/>
                    <a:p>
                      <a:pPr>
                        <a:spcAft>
                          <a:spcPts val="0"/>
                        </a:spcAft>
                      </a:pPr>
                      <a:r>
                        <a:rPr lang="en-US" sz="1200">
                          <a:effectLst/>
                        </a:rPr>
                        <a:t>Description</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text</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Not null</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Description</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074285768"/>
                  </a:ext>
                </a:extLst>
              </a:tr>
              <a:tr h="438272">
                <a:tc>
                  <a:txBody>
                    <a:bodyPr/>
                    <a:lstStyle/>
                    <a:p>
                      <a:pPr>
                        <a:spcAft>
                          <a:spcPts val="0"/>
                        </a:spcAft>
                      </a:pPr>
                      <a:r>
                        <a:rPr lang="en-US" sz="1200">
                          <a:effectLst/>
                        </a:rPr>
                        <a:t>Status</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varchar(10)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a:effectLst/>
                        </a:rPr>
                        <a:t>Not null</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US" sz="1200" dirty="0">
                          <a:effectLst/>
                        </a:rPr>
                        <a:t>Status</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432362154"/>
                  </a:ext>
                </a:extLst>
              </a:tr>
            </a:tbl>
          </a:graphicData>
        </a:graphic>
      </p:graphicFrame>
      <p:sp>
        <p:nvSpPr>
          <p:cNvPr id="4" name="Rectangle 1">
            <a:extLst>
              <a:ext uri="{FF2B5EF4-FFF2-40B4-BE49-F238E27FC236}">
                <a16:creationId xmlns:a16="http://schemas.microsoft.com/office/drawing/2014/main" id="{42F05A7B-5CE8-4904-8E89-E7934D82BDCD}"/>
              </a:ext>
            </a:extLst>
          </p:cNvPr>
          <p:cNvSpPr>
            <a:spLocks noChangeArrowheads="1"/>
          </p:cNvSpPr>
          <p:nvPr/>
        </p:nvSpPr>
        <p:spPr bwMode="auto">
          <a:xfrm>
            <a:off x="310326" y="92881"/>
            <a:ext cx="3087448"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Table Name: vehicletype</a:t>
            </a:r>
            <a:endParaRPr kumimoji="0" lang="en-US" altLang="en-US" sz="20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6BDEA755-2280-462A-AB31-FAAF93D26794}"/>
              </a:ext>
            </a:extLst>
          </p:cNvPr>
          <p:cNvSpPr/>
          <p:nvPr/>
        </p:nvSpPr>
        <p:spPr>
          <a:xfrm>
            <a:off x="435933" y="2560990"/>
            <a:ext cx="9367285" cy="2350900"/>
          </a:xfrm>
          <a:prstGeom prst="rect">
            <a:avLst/>
          </a:prstGeom>
        </p:spPr>
        <p:txBody>
          <a:bodyPr wrap="square">
            <a:spAutoFit/>
          </a:bodyPr>
          <a:lstStyle/>
          <a:p>
            <a:pPr marL="228600" algn="just">
              <a:spcAft>
                <a:spcPts val="0"/>
              </a:spcAft>
            </a:pPr>
            <a:r>
              <a:rPr lang="en-US" sz="2400" b="1" u="sng" dirty="0">
                <a:latin typeface="Times New Roman" panose="02020603050405020304" pitchFamily="18" charset="0"/>
                <a:ea typeface="Times New Roman" panose="02020603050405020304" pitchFamily="18" charset="0"/>
              </a:rPr>
              <a:t>3.4.</a:t>
            </a:r>
            <a:r>
              <a:rPr lang="en-US" sz="2400" b="1" dirty="0">
                <a:latin typeface="Times New Roman" panose="02020603050405020304" pitchFamily="18" charset="0"/>
                <a:ea typeface="Times New Roman" panose="02020603050405020304" pitchFamily="18" charset="0"/>
              </a:rPr>
              <a:t> </a:t>
            </a:r>
            <a:r>
              <a:rPr lang="en-US" sz="2400" b="1" u="sng" dirty="0">
                <a:latin typeface="Times New Roman" panose="02020603050405020304" pitchFamily="18" charset="0"/>
                <a:ea typeface="Times New Roman" panose="02020603050405020304" pitchFamily="18" charset="0"/>
              </a:rPr>
              <a:t>Entity-Relationship Diagram:</a:t>
            </a:r>
            <a:endParaRPr lang="en-IN" dirty="0">
              <a:latin typeface="Times New Roman" panose="02020603050405020304" pitchFamily="18" charset="0"/>
              <a:ea typeface="Times New Roman" panose="02020603050405020304" pitchFamily="18" charset="0"/>
            </a:endParaRPr>
          </a:p>
          <a:p>
            <a:pPr marL="228600" algn="just">
              <a:spcAft>
                <a:spcPts val="0"/>
              </a:spcAft>
            </a:pPr>
            <a:r>
              <a:rPr lang="en-US" b="1" dirty="0">
                <a:latin typeface="Calibri Light" panose="020F0302020204030204" pitchFamily="34" charset="0"/>
                <a:ea typeface="Times New Roman" panose="02020603050405020304" pitchFamily="18" charset="0"/>
                <a:cs typeface="Times New Roman" panose="02020603050405020304" pitchFamily="18" charset="0"/>
              </a:rPr>
              <a:t> </a:t>
            </a:r>
            <a:endParaRPr lang="en-IN" dirty="0">
              <a:latin typeface="Times New Roman" panose="02020603050405020304" pitchFamily="18" charset="0"/>
              <a:ea typeface="Times New Roman" panose="02020603050405020304" pitchFamily="18" charset="0"/>
            </a:endParaRPr>
          </a:p>
          <a:p>
            <a:pPr algn="just">
              <a:lnSpc>
                <a:spcPct val="150000"/>
              </a:lnSpc>
              <a:spcAft>
                <a:spcPts val="1200"/>
              </a:spcAft>
            </a:pPr>
            <a:r>
              <a:rPr lang="en-US" dirty="0">
                <a:latin typeface="Times New Roman" panose="02020603050405020304" pitchFamily="18" charset="0"/>
                <a:ea typeface="Times New Roman" panose="02020603050405020304" pitchFamily="18" charset="0"/>
              </a:rPr>
              <a:t>An entity-relationship (ER) diagram is a specialized graphic that illustrates the </a:t>
            </a:r>
            <a:r>
              <a:rPr lang="en-US" b="1" u="sng" dirty="0">
                <a:latin typeface="Times New Roman" panose="02020603050405020304" pitchFamily="18" charset="0"/>
                <a:ea typeface="Times New Roman" panose="02020603050405020304" pitchFamily="18" charset="0"/>
                <a:hlinkClick r:id="rId2">
                  <a:extLst>
                    <a:ext uri="{A12FA001-AC4F-418D-AE19-62706E023703}">
                      <ahyp:hlinkClr xmlns:ahyp="http://schemas.microsoft.com/office/drawing/2018/hyperlinkcolor" val="tx"/>
                    </a:ext>
                  </a:extLst>
                </a:hlinkClick>
              </a:rPr>
              <a:t>relationships between entities in a database</a:t>
            </a:r>
            <a:r>
              <a:rPr lang="en-US" b="1" dirty="0">
                <a:latin typeface="Times New Roman" panose="02020603050405020304" pitchFamily="18" charset="0"/>
                <a:ea typeface="Times New Roman" panose="02020603050405020304" pitchFamily="18" charset="0"/>
              </a:rPr>
              <a:t>. </a:t>
            </a:r>
            <a:r>
              <a:rPr lang="en-US" dirty="0">
                <a:latin typeface="Times New Roman" panose="02020603050405020304" pitchFamily="18" charset="0"/>
                <a:ea typeface="Times New Roman" panose="02020603050405020304" pitchFamily="18" charset="0"/>
              </a:rPr>
              <a:t>ER diagrams often use symbols to represent three different types of information. Boxes are commonly used to represent entities. Diamonds are normally used to represent relationships and ovals are used to represent attributes.</a:t>
            </a:r>
            <a:endParaRPr lang="en-IN" dirty="0">
              <a:latin typeface="Times New Roman" panose="02020603050405020304" pitchFamily="18" charset="0"/>
              <a:ea typeface="Times New Roman" panose="02020603050405020304" pitchFamily="18" charset="0"/>
            </a:endParaRPr>
          </a:p>
        </p:txBody>
      </p:sp>
      <p:pic>
        <p:nvPicPr>
          <p:cNvPr id="6" name="Picture 5">
            <a:extLst>
              <a:ext uri="{FF2B5EF4-FFF2-40B4-BE49-F238E27FC236}">
                <a16:creationId xmlns:a16="http://schemas.microsoft.com/office/drawing/2014/main" id="{CFBBE87E-E3F7-4577-A16B-7D03E6202C24}"/>
              </a:ext>
            </a:extLst>
          </p:cNvPr>
          <p:cNvPicPr/>
          <p:nvPr/>
        </p:nvPicPr>
        <p:blipFill>
          <a:blip r:embed="rId3"/>
          <a:stretch>
            <a:fillRect/>
          </a:stretch>
        </p:blipFill>
        <p:spPr>
          <a:xfrm>
            <a:off x="6649692" y="5367633"/>
            <a:ext cx="933450" cy="12954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68490691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7B8F816-8D61-4817-8D62-E32AD10D5554}"/>
              </a:ext>
            </a:extLst>
          </p:cNvPr>
          <p:cNvSpPr>
            <a:spLocks noGrp="1"/>
          </p:cNvSpPr>
          <p:nvPr>
            <p:ph type="sldNum" sz="quarter" idx="12"/>
          </p:nvPr>
        </p:nvSpPr>
        <p:spPr/>
        <p:txBody>
          <a:bodyPr/>
          <a:lstStyle/>
          <a:p>
            <a:fld id="{B54A08B0-5A9A-4946-919B-A6856108856E}" type="slidenum">
              <a:rPr lang="en-IN" smtClean="0"/>
              <a:t>36</a:t>
            </a:fld>
            <a:endParaRPr lang="en-IN"/>
          </a:p>
        </p:txBody>
      </p:sp>
      <p:pic>
        <p:nvPicPr>
          <p:cNvPr id="3" name="Picture 2">
            <a:extLst>
              <a:ext uri="{FF2B5EF4-FFF2-40B4-BE49-F238E27FC236}">
                <a16:creationId xmlns:a16="http://schemas.microsoft.com/office/drawing/2014/main" id="{108B3DB0-1531-4853-AAF2-C8B309E17423}"/>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3206" y="907576"/>
            <a:ext cx="10058400" cy="5950424"/>
          </a:xfrm>
          <a:prstGeom prst="rect">
            <a:avLst/>
          </a:prstGeom>
          <a:noFill/>
          <a:ln>
            <a:noFill/>
          </a:ln>
        </p:spPr>
      </p:pic>
      <p:sp>
        <p:nvSpPr>
          <p:cNvPr id="4" name="Rectangle 3">
            <a:extLst>
              <a:ext uri="{FF2B5EF4-FFF2-40B4-BE49-F238E27FC236}">
                <a16:creationId xmlns:a16="http://schemas.microsoft.com/office/drawing/2014/main" id="{59B3FB36-5F33-402A-B205-5CE60294E616}"/>
              </a:ext>
            </a:extLst>
          </p:cNvPr>
          <p:cNvSpPr/>
          <p:nvPr/>
        </p:nvSpPr>
        <p:spPr>
          <a:xfrm>
            <a:off x="963123" y="247459"/>
            <a:ext cx="2026517" cy="417871"/>
          </a:xfrm>
          <a:prstGeom prst="rect">
            <a:avLst/>
          </a:prstGeom>
        </p:spPr>
        <p:txBody>
          <a:bodyPr wrap="none">
            <a:spAutoFit/>
          </a:bodyPr>
          <a:lstStyle/>
          <a:p>
            <a:pPr marL="342900" indent="-342900">
              <a:lnSpc>
                <a:spcPct val="115000"/>
              </a:lnSpc>
              <a:spcAft>
                <a:spcPts val="1000"/>
              </a:spcAft>
              <a:buFont typeface="Wingdings" panose="05000000000000000000" pitchFamily="2" charset="2"/>
              <a:buChar char="q"/>
            </a:pPr>
            <a:r>
              <a:rPr lang="en-US" sz="2000" b="1" u="sng" dirty="0">
                <a:latin typeface="Times New Roman" panose="02020603050405020304" pitchFamily="18" charset="0"/>
                <a:ea typeface="Times New Roman" panose="02020603050405020304" pitchFamily="18" charset="0"/>
              </a:rPr>
              <a:t>ER-Diagram:</a:t>
            </a:r>
            <a:endParaRPr lang="en-IN" sz="1600" dirty="0">
              <a:effectLst/>
              <a:latin typeface="Times New Roman" panose="02020603050405020304" pitchFamily="18" charset="0"/>
              <a:ea typeface="Times New Roman" panose="02020603050405020304" pitchFamily="18" charset="0"/>
            </a:endParaRPr>
          </a:p>
        </p:txBody>
      </p:sp>
      <p:sp>
        <p:nvSpPr>
          <p:cNvPr id="5" name="Rectangle 4">
            <a:extLst>
              <a:ext uri="{FF2B5EF4-FFF2-40B4-BE49-F238E27FC236}">
                <a16:creationId xmlns:a16="http://schemas.microsoft.com/office/drawing/2014/main" id="{22586E18-EC5D-47A5-923F-C19245D37C7A}"/>
              </a:ext>
            </a:extLst>
          </p:cNvPr>
          <p:cNvSpPr/>
          <p:nvPr/>
        </p:nvSpPr>
        <p:spPr>
          <a:xfrm>
            <a:off x="11193837" y="6406487"/>
            <a:ext cx="849913" cy="261610"/>
          </a:xfrm>
          <a:prstGeom prst="rect">
            <a:avLst/>
          </a:prstGeom>
        </p:spPr>
        <p:txBody>
          <a:bodyPr wrap="none">
            <a:spAutoFit/>
          </a:bodyPr>
          <a:lstStyle/>
          <a:p>
            <a:r>
              <a:rPr lang="en-IN" sz="1050" b="1" dirty="0">
                <a:solidFill>
                  <a:schemeClr val="tx1">
                    <a:lumMod val="95000"/>
                    <a:lumOff val="5000"/>
                  </a:schemeClr>
                </a:solidFill>
                <a:latin typeface="Times New Roman" panose="02020603050405020304" pitchFamily="18" charset="0"/>
                <a:cs typeface="Times New Roman" panose="02020603050405020304" pitchFamily="18" charset="0"/>
              </a:rPr>
              <a:t>PG NO: 15</a:t>
            </a:r>
            <a:endParaRPr lang="en-IN" sz="1050" dirty="0"/>
          </a:p>
        </p:txBody>
      </p:sp>
    </p:spTree>
    <p:extLst>
      <p:ext uri="{BB962C8B-B14F-4D97-AF65-F5344CB8AC3E}">
        <p14:creationId xmlns:p14="http://schemas.microsoft.com/office/powerpoint/2010/main" val="356113597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682CDB1-3191-417D-9003-8B02BC6C4787}"/>
              </a:ext>
            </a:extLst>
          </p:cNvPr>
          <p:cNvSpPr>
            <a:spLocks noGrp="1"/>
          </p:cNvSpPr>
          <p:nvPr>
            <p:ph type="sldNum" sz="quarter" idx="12"/>
          </p:nvPr>
        </p:nvSpPr>
        <p:spPr>
          <a:xfrm>
            <a:off x="11006317" y="6291618"/>
            <a:ext cx="1044656" cy="374177"/>
          </a:xfrm>
        </p:spPr>
        <p:txBody>
          <a:bodyPr/>
          <a:lstStyle/>
          <a:p>
            <a:r>
              <a:rPr lang="en-IN" b="1" dirty="0">
                <a:solidFill>
                  <a:schemeClr val="tx1"/>
                </a:solidFill>
                <a:latin typeface="Times New Roman" panose="02020603050405020304" pitchFamily="18" charset="0"/>
                <a:cs typeface="Times New Roman" panose="02020603050405020304" pitchFamily="18" charset="0"/>
              </a:rPr>
              <a:t>PG NO: </a:t>
            </a:r>
            <a:fld id="{B54A08B0-5A9A-4946-919B-A6856108856E}" type="slidenum">
              <a:rPr lang="en-IN" smtClean="0">
                <a:solidFill>
                  <a:schemeClr val="tx1"/>
                </a:solidFill>
              </a:rPr>
              <a:t>37</a:t>
            </a:fld>
            <a:endParaRPr lang="en-IN" dirty="0">
              <a:solidFill>
                <a:schemeClr val="tx1"/>
              </a:solidFill>
            </a:endParaRPr>
          </a:p>
        </p:txBody>
      </p:sp>
      <p:sp>
        <p:nvSpPr>
          <p:cNvPr id="3" name="Rectangle 2">
            <a:extLst>
              <a:ext uri="{FF2B5EF4-FFF2-40B4-BE49-F238E27FC236}">
                <a16:creationId xmlns:a16="http://schemas.microsoft.com/office/drawing/2014/main" id="{640202A7-0213-496C-ADBD-45E54AF89E8A}"/>
              </a:ext>
            </a:extLst>
          </p:cNvPr>
          <p:cNvSpPr/>
          <p:nvPr/>
        </p:nvSpPr>
        <p:spPr>
          <a:xfrm>
            <a:off x="871150" y="187235"/>
            <a:ext cx="2502608" cy="400110"/>
          </a:xfrm>
          <a:prstGeom prst="rect">
            <a:avLst/>
          </a:prstGeom>
        </p:spPr>
        <p:txBody>
          <a:bodyPr wrap="none">
            <a:spAutoFit/>
          </a:bodyPr>
          <a:lstStyle/>
          <a:p>
            <a:pPr marL="342900" indent="-342900">
              <a:spcAft>
                <a:spcPts val="0"/>
              </a:spcAft>
              <a:buFont typeface="Wingdings" panose="05000000000000000000" pitchFamily="2" charset="2"/>
              <a:buChar char="q"/>
            </a:pPr>
            <a:r>
              <a:rPr lang="en-US" sz="2000" b="1" u="sng" dirty="0">
                <a:latin typeface="Times New Roman" panose="02020603050405020304" pitchFamily="18" charset="0"/>
                <a:ea typeface="Times New Roman" panose="02020603050405020304" pitchFamily="18" charset="0"/>
              </a:rPr>
              <a:t>Schema Diagram:</a:t>
            </a:r>
            <a:endParaRPr lang="en-IN" sz="1600" dirty="0">
              <a:effectLst/>
              <a:latin typeface="Times New Roman" panose="02020603050405020304" pitchFamily="18" charset="0"/>
              <a:ea typeface="Times New Roman" panose="02020603050405020304" pitchFamily="18" charset="0"/>
            </a:endParaRPr>
          </a:p>
        </p:txBody>
      </p:sp>
      <p:pic>
        <p:nvPicPr>
          <p:cNvPr id="4" name="Picture 3" descr="Untitled.png">
            <a:extLst>
              <a:ext uri="{FF2B5EF4-FFF2-40B4-BE49-F238E27FC236}">
                <a16:creationId xmlns:a16="http://schemas.microsoft.com/office/drawing/2014/main" id="{B68E5A25-0827-4392-A1C3-34509F5D7314}"/>
              </a:ext>
            </a:extLst>
          </p:cNvPr>
          <p:cNvPicPr/>
          <p:nvPr/>
        </p:nvPicPr>
        <p:blipFill>
          <a:blip r:embed="rId2" cstate="print"/>
          <a:stretch>
            <a:fillRect/>
          </a:stretch>
        </p:blipFill>
        <p:spPr>
          <a:xfrm>
            <a:off x="871150" y="624701"/>
            <a:ext cx="5943600" cy="5504180"/>
          </a:xfrm>
          <a:prstGeom prst="rect">
            <a:avLst/>
          </a:prstGeom>
        </p:spPr>
      </p:pic>
      <p:pic>
        <p:nvPicPr>
          <p:cNvPr id="5" name="Picture 4">
            <a:extLst>
              <a:ext uri="{FF2B5EF4-FFF2-40B4-BE49-F238E27FC236}">
                <a16:creationId xmlns:a16="http://schemas.microsoft.com/office/drawing/2014/main" id="{2528BB3C-8E2C-476F-9D92-DF5718C647CE}"/>
              </a:ext>
            </a:extLst>
          </p:cNvPr>
          <p:cNvPicPr/>
          <p:nvPr/>
        </p:nvPicPr>
        <p:blipFill>
          <a:blip r:embed="rId3"/>
          <a:stretch>
            <a:fillRect/>
          </a:stretch>
        </p:blipFill>
        <p:spPr>
          <a:xfrm>
            <a:off x="8257967" y="3065994"/>
            <a:ext cx="923925" cy="126682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53806839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64206D2-40FA-4505-82DE-7322C4D3F4D9}"/>
              </a:ext>
            </a:extLst>
          </p:cNvPr>
          <p:cNvSpPr>
            <a:spLocks noGrp="1"/>
          </p:cNvSpPr>
          <p:nvPr>
            <p:ph type="sldNum" sz="quarter" idx="12"/>
          </p:nvPr>
        </p:nvSpPr>
        <p:spPr>
          <a:xfrm>
            <a:off x="11088204" y="6367034"/>
            <a:ext cx="894531" cy="365125"/>
          </a:xfrm>
        </p:spPr>
        <p:txBody>
          <a:bodyPr/>
          <a:lstStyle/>
          <a:p>
            <a:r>
              <a:rPr lang="en-IN" b="1" dirty="0">
                <a:solidFill>
                  <a:schemeClr val="tx1"/>
                </a:solidFill>
                <a:latin typeface="Times New Roman" panose="02020603050405020304" pitchFamily="18" charset="0"/>
                <a:cs typeface="Times New Roman" panose="02020603050405020304" pitchFamily="18" charset="0"/>
              </a:rPr>
              <a:t>PG NO: </a:t>
            </a:r>
            <a:fld id="{B54A08B0-5A9A-4946-919B-A6856108856E}" type="slidenum">
              <a:rPr lang="en-IN" smtClean="0">
                <a:solidFill>
                  <a:schemeClr val="tx1"/>
                </a:solidFill>
              </a:rPr>
              <a:t>38</a:t>
            </a:fld>
            <a:endParaRPr lang="en-IN" dirty="0">
              <a:solidFill>
                <a:schemeClr val="tx1"/>
              </a:solidFill>
            </a:endParaRPr>
          </a:p>
        </p:txBody>
      </p:sp>
      <p:sp>
        <p:nvSpPr>
          <p:cNvPr id="3" name="Rectangle 2">
            <a:extLst>
              <a:ext uri="{FF2B5EF4-FFF2-40B4-BE49-F238E27FC236}">
                <a16:creationId xmlns:a16="http://schemas.microsoft.com/office/drawing/2014/main" id="{D174BFFB-400B-452E-B223-A077F644E586}"/>
              </a:ext>
            </a:extLst>
          </p:cNvPr>
          <p:cNvSpPr/>
          <p:nvPr/>
        </p:nvSpPr>
        <p:spPr>
          <a:xfrm>
            <a:off x="530087" y="156616"/>
            <a:ext cx="11661913" cy="6210418"/>
          </a:xfrm>
          <a:prstGeom prst="rect">
            <a:avLst/>
          </a:prstGeom>
        </p:spPr>
        <p:txBody>
          <a:bodyPr wrap="square">
            <a:spAutoFit/>
          </a:bodyPr>
          <a:lstStyle/>
          <a:p>
            <a:pPr marL="1371600" indent="457200">
              <a:lnSpc>
                <a:spcPct val="115000"/>
              </a:lnSpc>
              <a:spcAft>
                <a:spcPts val="0"/>
              </a:spcAft>
            </a:pPr>
            <a:r>
              <a:rPr lang="en-US" sz="3600" b="1" dirty="0">
                <a:latin typeface="Times New Roman" panose="02020603050405020304" pitchFamily="18" charset="0"/>
                <a:ea typeface="Times New Roman" panose="02020603050405020304" pitchFamily="18" charset="0"/>
              </a:rPr>
              <a:t>				4.Detail Design</a:t>
            </a:r>
            <a:endParaRPr lang="en-IN" sz="1200" dirty="0">
              <a:latin typeface="Times New Roman" panose="02020603050405020304" pitchFamily="18" charset="0"/>
              <a:ea typeface="Times New Roman" panose="02020603050405020304" pitchFamily="18" charset="0"/>
            </a:endParaRPr>
          </a:p>
          <a:p>
            <a:pPr lvl="0" algn="just">
              <a:lnSpc>
                <a:spcPct val="115000"/>
              </a:lnSpc>
              <a:spcAft>
                <a:spcPts val="0"/>
              </a:spcAft>
            </a:pPr>
            <a:r>
              <a:rPr lang="en-IN" sz="2400" b="1" u="sng" dirty="0">
                <a:latin typeface="Times New Roman" panose="02020603050405020304" pitchFamily="18" charset="0"/>
                <a:ea typeface="Calibri" panose="020F0502020204030204" pitchFamily="34" charset="0"/>
                <a:cs typeface="Times New Roman" panose="02020603050405020304" pitchFamily="18" charset="0"/>
              </a:rPr>
              <a:t>4.1.</a:t>
            </a:r>
            <a:r>
              <a:rPr lang="en-IN" sz="2400" b="1" dirty="0">
                <a:latin typeface="Times New Roman" panose="02020603050405020304" pitchFamily="18" charset="0"/>
                <a:ea typeface="Calibri" panose="020F0502020204030204" pitchFamily="34" charset="0"/>
                <a:cs typeface="Times New Roman" panose="02020603050405020304" pitchFamily="18" charset="0"/>
              </a:rPr>
              <a:t> </a:t>
            </a:r>
            <a:r>
              <a:rPr lang="en-IN" sz="2400" b="1" u="sng" dirty="0">
                <a:latin typeface="Times New Roman" panose="02020603050405020304" pitchFamily="18" charset="0"/>
                <a:ea typeface="Calibri" panose="020F0502020204030204" pitchFamily="34" charset="0"/>
                <a:cs typeface="Times New Roman" panose="02020603050405020304" pitchFamily="18" charset="0"/>
              </a:rPr>
              <a:t>Introduction</a:t>
            </a:r>
            <a:r>
              <a:rPr lang="en-IN" sz="2400" b="1" dirty="0">
                <a:latin typeface="Times New Roman" panose="02020603050405020304" pitchFamily="18" charset="0"/>
                <a:ea typeface="Calibri" panose="020F0502020204030204" pitchFamily="34" charset="0"/>
                <a:cs typeface="Times New Roman" panose="02020603050405020304" pitchFamily="18" charset="0"/>
              </a:rPr>
              <a:t> :</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marL="457200" algn="just">
              <a:lnSpc>
                <a:spcPct val="115000"/>
              </a:lnSpc>
              <a:spcAft>
                <a:spcPts val="0"/>
              </a:spcAft>
            </a:pPr>
            <a:r>
              <a:rPr lang="en-IN" dirty="0">
                <a:latin typeface="Times New Roman" panose="02020603050405020304" pitchFamily="18" charset="0"/>
                <a:ea typeface="Calibri" panose="020F0502020204030204" pitchFamily="34" charset="0"/>
                <a:cs typeface="Times New Roman" panose="02020603050405020304" pitchFamily="18" charset="0"/>
              </a:rPr>
              <a:t> </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marL="457200" indent="457200" algn="just">
              <a:lnSpc>
                <a:spcPct val="115000"/>
              </a:lnSpc>
              <a:spcAft>
                <a:spcPts val="0"/>
              </a:spcAft>
            </a:pPr>
            <a:r>
              <a:rPr lang="en-IN" dirty="0">
                <a:latin typeface="Times New Roman" panose="02020603050405020304" pitchFamily="18" charset="0"/>
                <a:ea typeface="Calibri" panose="020F0502020204030204" pitchFamily="34" charset="0"/>
                <a:cs typeface="Times New Roman" panose="02020603050405020304" pitchFamily="18" charset="0"/>
              </a:rPr>
              <a:t> The purpose of preparing this document is to explain complete design details of our </a:t>
            </a:r>
            <a:r>
              <a:rPr lang="en-IN" sz="1600" dirty="0" err="1">
                <a:latin typeface="Times New Roman" panose="02020603050405020304" pitchFamily="18" charset="0"/>
                <a:ea typeface="Calibri" panose="020F0502020204030204" pitchFamily="34" charset="0"/>
                <a:cs typeface="Times New Roman" panose="02020603050405020304" pitchFamily="18" charset="0"/>
              </a:rPr>
              <a:t>RTO_Management_System</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marL="457200" indent="457200" algn="just">
              <a:lnSpc>
                <a:spcPct val="115000"/>
              </a:lnSpc>
              <a:spcAft>
                <a:spcPts val="0"/>
              </a:spcAft>
            </a:pPr>
            <a:r>
              <a:rPr lang="en-IN" dirty="0">
                <a:latin typeface="Times New Roman" panose="02020603050405020304" pitchFamily="18" charset="0"/>
                <a:ea typeface="Calibri" panose="020F0502020204030204" pitchFamily="34" charset="0"/>
                <a:cs typeface="Times New Roman" panose="02020603050405020304" pitchFamily="18" charset="0"/>
              </a:rPr>
              <a:t> This detailed design report will mainly contain the general definition and features of the project, design constraints, the overall system architecture and data architecture. Additionally, a brief explanation about our current progress and schedule of the project will be provided in related sections. Design of the system and subsystems/modules will be explained both verbally and visually by means of diagrams in order to help the programmer to understand all information stated in this document correctly and easily.</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lvl="0" algn="just">
              <a:lnSpc>
                <a:spcPct val="150000"/>
              </a:lnSpc>
              <a:spcBef>
                <a:spcPts val="1200"/>
              </a:spcBef>
              <a:spcAft>
                <a:spcPts val="0"/>
              </a:spcAft>
            </a:pPr>
            <a:r>
              <a:rPr lang="en-IN" sz="2400" b="1" u="sng" dirty="0">
                <a:latin typeface="Times New Roman" panose="02020603050405020304" pitchFamily="18" charset="0"/>
                <a:ea typeface="Calibri" panose="020F0502020204030204" pitchFamily="34" charset="0"/>
                <a:cs typeface="Times New Roman" panose="02020603050405020304" pitchFamily="18" charset="0"/>
              </a:rPr>
              <a:t>4.2.</a:t>
            </a:r>
            <a:r>
              <a:rPr lang="en-IN" sz="2400" b="1" dirty="0">
                <a:latin typeface="Times New Roman" panose="02020603050405020304" pitchFamily="18" charset="0"/>
                <a:ea typeface="Calibri" panose="020F0502020204030204" pitchFamily="34" charset="0"/>
                <a:cs typeface="Times New Roman" panose="02020603050405020304" pitchFamily="18" charset="0"/>
              </a:rPr>
              <a:t> </a:t>
            </a:r>
            <a:r>
              <a:rPr lang="en-IN" sz="2400" b="1" u="sng" dirty="0">
                <a:latin typeface="Times New Roman" panose="02020603050405020304" pitchFamily="18" charset="0"/>
                <a:ea typeface="Calibri" panose="020F0502020204030204" pitchFamily="34" charset="0"/>
                <a:cs typeface="Times New Roman" panose="02020603050405020304" pitchFamily="18" charset="0"/>
              </a:rPr>
              <a:t>Applicable Documents:</a:t>
            </a:r>
            <a:endParaRPr lang="en-IN" sz="2400" b="1" u="sng" dirty="0">
              <a:latin typeface="Calibri" panose="020F0502020204030204" pitchFamily="34" charset="0"/>
              <a:ea typeface="Calibri" panose="020F0502020204030204" pitchFamily="34" charset="0"/>
              <a:cs typeface="Times New Roman" panose="02020603050405020304" pitchFamily="18" charset="0"/>
            </a:endParaRPr>
          </a:p>
          <a:p>
            <a:pPr lvl="0" algn="just">
              <a:lnSpc>
                <a:spcPct val="150000"/>
              </a:lnSpc>
              <a:spcBef>
                <a:spcPts val="1200"/>
              </a:spcBef>
              <a:spcAft>
                <a:spcPts val="0"/>
              </a:spcAft>
            </a:pPr>
            <a:r>
              <a:rPr lang="en-IN" sz="1600" b="1" dirty="0">
                <a:latin typeface="Calibri" panose="020F0502020204030204" pitchFamily="34" charset="0"/>
                <a:ea typeface="Calibri" panose="020F0502020204030204" pitchFamily="34" charset="0"/>
                <a:cs typeface="Times New Roman" panose="02020603050405020304" pitchFamily="18" charset="0"/>
              </a:rPr>
              <a:t>	</a:t>
            </a:r>
            <a:r>
              <a:rPr lang="en-IN" dirty="0">
                <a:latin typeface="Times New Roman" panose="02020603050405020304" pitchFamily="18" charset="0"/>
                <a:ea typeface="Calibri" panose="020F0502020204030204" pitchFamily="34" charset="0"/>
                <a:cs typeface="Times New Roman" panose="02020603050405020304" pitchFamily="18" charset="0"/>
              </a:rPr>
              <a:t>The documents used during detailed design are</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spcBef>
                <a:spcPts val="1200"/>
              </a:spcBef>
              <a:spcAft>
                <a:spcPts val="1000"/>
              </a:spcAft>
              <a:buFont typeface="Symbol" panose="05050102010706020507" pitchFamily="18" charset="2"/>
              <a:buChar char=""/>
            </a:pPr>
            <a:r>
              <a:rPr lang="en-IN" dirty="0">
                <a:latin typeface="Times New Roman" panose="02020603050405020304" pitchFamily="18" charset="0"/>
                <a:ea typeface="Calibri" panose="020F0502020204030204" pitchFamily="34" charset="0"/>
                <a:cs typeface="Times New Roman" panose="02020603050405020304" pitchFamily="18" charset="0"/>
              </a:rPr>
              <a:t>System Requirements Document</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spcBef>
                <a:spcPts val="1200"/>
              </a:spcBef>
              <a:spcAft>
                <a:spcPts val="1000"/>
              </a:spcAft>
              <a:buFont typeface="Symbol" panose="05050102010706020507" pitchFamily="18" charset="2"/>
              <a:buChar char=""/>
            </a:pPr>
            <a:r>
              <a:rPr lang="en-IN" dirty="0">
                <a:latin typeface="Times New Roman" panose="02020603050405020304" pitchFamily="18" charset="0"/>
                <a:ea typeface="Calibri" panose="020F0502020204030204" pitchFamily="34" charset="0"/>
                <a:cs typeface="Times New Roman" panose="02020603050405020304" pitchFamily="18" charset="0"/>
              </a:rPr>
              <a:t>System Design</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spcBef>
                <a:spcPts val="1200"/>
              </a:spcBef>
              <a:spcAft>
                <a:spcPts val="1000"/>
              </a:spcAft>
              <a:buFont typeface="Symbol" panose="05050102010706020507" pitchFamily="18" charset="2"/>
              <a:buChar char=""/>
            </a:pPr>
            <a:r>
              <a:rPr lang="en-IN" dirty="0">
                <a:latin typeface="Times New Roman" panose="02020603050405020304" pitchFamily="18" charset="0"/>
                <a:ea typeface="Calibri" panose="020F0502020204030204" pitchFamily="34" charset="0"/>
                <a:cs typeface="Times New Roman" panose="02020603050405020304" pitchFamily="18" charset="0"/>
              </a:rPr>
              <a:t>Database Design</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E96877D6-5A0F-4E29-9CAE-88999F4505F1}"/>
              </a:ext>
            </a:extLst>
          </p:cNvPr>
          <p:cNvPicPr/>
          <p:nvPr/>
        </p:nvPicPr>
        <p:blipFill>
          <a:blip r:embed="rId2"/>
          <a:stretch>
            <a:fillRect/>
          </a:stretch>
        </p:blipFill>
        <p:spPr>
          <a:xfrm>
            <a:off x="6671640" y="4820478"/>
            <a:ext cx="895350" cy="12192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78288710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FA80B54-2A51-46E8-ACB6-87D3F9F83B0A}"/>
              </a:ext>
            </a:extLst>
          </p:cNvPr>
          <p:cNvSpPr>
            <a:spLocks noGrp="1"/>
          </p:cNvSpPr>
          <p:nvPr>
            <p:ph type="sldNum" sz="quarter" idx="12"/>
          </p:nvPr>
        </p:nvSpPr>
        <p:spPr>
          <a:xfrm>
            <a:off x="11088203" y="6341613"/>
            <a:ext cx="880883" cy="365125"/>
          </a:xfrm>
        </p:spPr>
        <p:txBody>
          <a:bodyPr/>
          <a:lstStyle/>
          <a:p>
            <a:r>
              <a:rPr lang="en-IN" b="1" dirty="0">
                <a:solidFill>
                  <a:schemeClr val="tx1"/>
                </a:solidFill>
                <a:latin typeface="Times New Roman" panose="02020603050405020304" pitchFamily="18" charset="0"/>
                <a:cs typeface="Times New Roman" panose="02020603050405020304" pitchFamily="18" charset="0"/>
              </a:rPr>
              <a:t>PG NO: </a:t>
            </a:r>
            <a:fld id="{B54A08B0-5A9A-4946-919B-A6856108856E}" type="slidenum">
              <a:rPr lang="en-IN" smtClean="0">
                <a:solidFill>
                  <a:schemeClr val="tx1"/>
                </a:solidFill>
              </a:rPr>
              <a:t>39</a:t>
            </a:fld>
            <a:endParaRPr lang="en-IN" dirty="0">
              <a:solidFill>
                <a:schemeClr val="tx1"/>
              </a:solidFill>
            </a:endParaRPr>
          </a:p>
        </p:txBody>
      </p:sp>
      <p:sp>
        <p:nvSpPr>
          <p:cNvPr id="3" name="Rectangle 2">
            <a:extLst>
              <a:ext uri="{FF2B5EF4-FFF2-40B4-BE49-F238E27FC236}">
                <a16:creationId xmlns:a16="http://schemas.microsoft.com/office/drawing/2014/main" id="{10543D73-1856-480E-989F-891BD3EE0AB8}"/>
              </a:ext>
            </a:extLst>
          </p:cNvPr>
          <p:cNvSpPr/>
          <p:nvPr/>
        </p:nvSpPr>
        <p:spPr>
          <a:xfrm>
            <a:off x="477078" y="524455"/>
            <a:ext cx="8666922" cy="4751878"/>
          </a:xfrm>
          <a:prstGeom prst="rect">
            <a:avLst/>
          </a:prstGeom>
        </p:spPr>
        <p:txBody>
          <a:bodyPr wrap="square">
            <a:spAutoFit/>
          </a:bodyPr>
          <a:lstStyle/>
          <a:p>
            <a:pPr lvl="0" algn="just">
              <a:lnSpc>
                <a:spcPct val="150000"/>
              </a:lnSpc>
              <a:spcBef>
                <a:spcPts val="1200"/>
              </a:spcBef>
              <a:spcAft>
                <a:spcPts val="0"/>
              </a:spcAft>
            </a:pPr>
            <a:r>
              <a:rPr lang="en-IN" sz="2400" b="1" u="sng" dirty="0">
                <a:latin typeface="Times New Roman" panose="02020603050405020304" pitchFamily="18" charset="0"/>
                <a:ea typeface="Calibri" panose="020F0502020204030204" pitchFamily="34" charset="0"/>
                <a:cs typeface="Times New Roman" panose="02020603050405020304" pitchFamily="18" charset="0"/>
              </a:rPr>
              <a:t>4.3. Structure of the software package</a:t>
            </a:r>
            <a:r>
              <a:rPr lang="en-IN" sz="2400" u="sng" dirty="0">
                <a:latin typeface="Times New Roman" panose="02020603050405020304" pitchFamily="18" charset="0"/>
                <a:ea typeface="Calibri" panose="020F0502020204030204" pitchFamily="34" charset="0"/>
                <a:cs typeface="Times New Roman" panose="02020603050405020304" pitchFamily="18" charset="0"/>
              </a:rPr>
              <a:t> : </a:t>
            </a:r>
            <a:endParaRPr lang="en-IN" sz="2400" dirty="0">
              <a:latin typeface="Calibri" panose="020F0502020204030204" pitchFamily="34" charset="0"/>
              <a:ea typeface="Calibri" panose="020F0502020204030204" pitchFamily="34" charset="0"/>
              <a:cs typeface="Times New Roman" panose="02020603050405020304" pitchFamily="18" charset="0"/>
            </a:endParaRPr>
          </a:p>
          <a:p>
            <a:pPr algn="just">
              <a:spcAft>
                <a:spcPts val="0"/>
              </a:spcAft>
            </a:pPr>
            <a:r>
              <a:rPr lang="en-US" dirty="0">
                <a:latin typeface="Times New Roman" panose="02020603050405020304" pitchFamily="18" charset="0"/>
                <a:ea typeface="Times New Roman" panose="02020603050405020304" pitchFamily="18" charset="0"/>
              </a:rPr>
              <a:t>           The Components are –</a:t>
            </a:r>
            <a:endParaRPr lang="en-IN" sz="1200" dirty="0">
              <a:latin typeface="Times New Roman" panose="02020603050405020304" pitchFamily="18" charset="0"/>
              <a:ea typeface="Times New Roman" panose="02020603050405020304" pitchFamily="18" charset="0"/>
            </a:endParaRPr>
          </a:p>
          <a:p>
            <a:pPr indent="457200" algn="just">
              <a:spcAft>
                <a:spcPts val="0"/>
              </a:spcAft>
            </a:pPr>
            <a:r>
              <a:rPr lang="en-IN" sz="2000" b="1" dirty="0">
                <a:latin typeface="Times New Roman" panose="02020603050405020304" pitchFamily="18" charset="0"/>
                <a:ea typeface="Times New Roman" panose="02020603050405020304" pitchFamily="18" charset="0"/>
              </a:rPr>
              <a:t>4.3.1.</a:t>
            </a:r>
            <a:r>
              <a:rPr lang="en-US" sz="2000" b="1" dirty="0">
                <a:latin typeface="Times New Roman" panose="02020603050405020304" pitchFamily="18" charset="0"/>
                <a:ea typeface="Times New Roman" panose="02020603050405020304" pitchFamily="18" charset="0"/>
              </a:rPr>
              <a:t> Administrator:</a:t>
            </a:r>
            <a:endParaRPr lang="en-IN" sz="1200" dirty="0">
              <a:latin typeface="Times New Roman" panose="02020603050405020304" pitchFamily="18" charset="0"/>
              <a:ea typeface="Times New Roman" panose="02020603050405020304" pitchFamily="18" charset="0"/>
            </a:endParaRPr>
          </a:p>
          <a:p>
            <a:pPr marL="342900" lvl="0" indent="-342900" algn="just">
              <a:spcAft>
                <a:spcPts val="0"/>
              </a:spcAft>
              <a:buFont typeface="Arial" panose="020B0604020202020204" pitchFamily="34" charset="0"/>
              <a:buChar char="•"/>
              <a:tabLst>
                <a:tab pos="685800" algn="l"/>
              </a:tabLst>
            </a:pPr>
            <a:r>
              <a:rPr lang="en-US" dirty="0">
                <a:latin typeface="Times New Roman" panose="02020603050405020304" pitchFamily="18" charset="0"/>
                <a:ea typeface="Times New Roman" panose="02020603050405020304" pitchFamily="18" charset="0"/>
                <a:cs typeface="Times New Roman" panose="02020603050405020304" pitchFamily="18" charset="0"/>
              </a:rPr>
              <a:t> Administrator is a super user treated as owner of this site.  He can have all the privileges. </a:t>
            </a:r>
            <a:endParaRPr lang="en-IN" sz="1200" dirty="0">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0"/>
              </a:spcAft>
              <a:buFont typeface="Arial" panose="020B0604020202020204" pitchFamily="34" charset="0"/>
              <a:buChar char="•"/>
              <a:tabLst>
                <a:tab pos="685800" algn="l"/>
              </a:tabLst>
            </a:pPr>
            <a:r>
              <a:rPr lang="en-US" dirty="0">
                <a:latin typeface="Times New Roman" panose="02020603050405020304" pitchFamily="18" charset="0"/>
                <a:ea typeface="Times New Roman" panose="02020603050405020304" pitchFamily="18" charset="0"/>
                <a:cs typeface="Times New Roman" panose="02020603050405020304" pitchFamily="18" charset="0"/>
              </a:rPr>
              <a:t> Administrator managing completed features of the website. Admin can approve driving license, vehicle registrations, etc. Administrator can add employees for each branches.</a:t>
            </a:r>
            <a:endParaRPr lang="en-IN" sz="1200" dirty="0">
              <a:latin typeface="Times New Roman" panose="02020603050405020304" pitchFamily="18" charset="0"/>
              <a:ea typeface="Times New Roman" panose="02020603050405020304" pitchFamily="18" charset="0"/>
              <a:cs typeface="Times New Roman" panose="02020603050405020304" pitchFamily="18" charset="0"/>
            </a:endParaRPr>
          </a:p>
          <a:p>
            <a:pPr marL="685800" algn="just">
              <a:spcAft>
                <a:spcPts val="0"/>
              </a:spcAft>
            </a:pPr>
            <a:r>
              <a:rPr lang="en-IN" sz="2000" dirty="0">
                <a:latin typeface="Times New Roman" panose="02020603050405020304" pitchFamily="18" charset="0"/>
                <a:ea typeface="Times New Roman" panose="02020603050405020304" pitchFamily="18" charset="0"/>
              </a:rPr>
              <a:t> </a:t>
            </a:r>
            <a:endParaRPr lang="en-IN" sz="1200" dirty="0">
              <a:latin typeface="Times New Roman" panose="02020603050405020304" pitchFamily="18" charset="0"/>
              <a:ea typeface="Times New Roman" panose="02020603050405020304" pitchFamily="18" charset="0"/>
            </a:endParaRPr>
          </a:p>
          <a:p>
            <a:pPr marL="457200" algn="just">
              <a:spcAft>
                <a:spcPts val="0"/>
              </a:spcAft>
            </a:pPr>
            <a:r>
              <a:rPr lang="en-US" sz="2000" b="1" dirty="0">
                <a:latin typeface="Times New Roman" panose="02020603050405020304" pitchFamily="18" charset="0"/>
                <a:ea typeface="Times New Roman" panose="02020603050405020304" pitchFamily="18" charset="0"/>
              </a:rPr>
              <a:t>4.3.2. Employee</a:t>
            </a:r>
            <a:r>
              <a:rPr lang="en-US" sz="2000" dirty="0">
                <a:latin typeface="Times New Roman" panose="02020603050405020304" pitchFamily="18" charset="0"/>
                <a:ea typeface="Times New Roman" panose="02020603050405020304" pitchFamily="18" charset="0"/>
              </a:rPr>
              <a:t>: </a:t>
            </a:r>
            <a:endParaRPr lang="en-IN" sz="1200" dirty="0">
              <a:latin typeface="Times New Roman" panose="02020603050405020304" pitchFamily="18" charset="0"/>
              <a:ea typeface="Times New Roman" panose="02020603050405020304" pitchFamily="18" charset="0"/>
            </a:endParaRPr>
          </a:p>
          <a:p>
            <a:pPr marL="342900" lvl="0" indent="-342900" algn="just">
              <a:spcAft>
                <a:spcPts val="0"/>
              </a:spcAft>
              <a:buFont typeface="Arial" panose="020B0604020202020204" pitchFamily="34" charset="0"/>
              <a:buChar char="•"/>
              <a:tabLst>
                <a:tab pos="685800" algn="l"/>
              </a:tabLst>
            </a:pPr>
            <a:r>
              <a:rPr lang="en-US" dirty="0">
                <a:latin typeface="Times New Roman" panose="02020603050405020304" pitchFamily="18" charset="0"/>
                <a:ea typeface="Times New Roman" panose="02020603050405020304" pitchFamily="18" charset="0"/>
                <a:cs typeface="Times New Roman" panose="02020603050405020304" pitchFamily="18" charset="0"/>
              </a:rPr>
              <a:t>Employees are working for RTO Company who verifies user profile.</a:t>
            </a:r>
            <a:endParaRPr lang="en-IN" sz="12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spcAft>
                <a:spcPts val="0"/>
              </a:spcAft>
            </a:pPr>
            <a:r>
              <a:rPr lang="en-US" dirty="0">
                <a:latin typeface="Times New Roman" panose="02020603050405020304" pitchFamily="18" charset="0"/>
                <a:ea typeface="Times New Roman" panose="02020603050405020304" pitchFamily="18" charset="0"/>
              </a:rPr>
              <a:t> </a:t>
            </a:r>
            <a:endParaRPr lang="en-IN" sz="1200" dirty="0">
              <a:latin typeface="Times New Roman" panose="02020603050405020304" pitchFamily="18" charset="0"/>
              <a:ea typeface="Times New Roman" panose="02020603050405020304" pitchFamily="18" charset="0"/>
            </a:endParaRPr>
          </a:p>
          <a:p>
            <a:pPr marL="457200" algn="just">
              <a:spcAft>
                <a:spcPts val="0"/>
              </a:spcAft>
            </a:pPr>
            <a:r>
              <a:rPr lang="en-US" sz="2000" b="1" dirty="0">
                <a:latin typeface="Times New Roman" panose="02020603050405020304" pitchFamily="18" charset="0"/>
                <a:ea typeface="Times New Roman" panose="02020603050405020304" pitchFamily="18" charset="0"/>
              </a:rPr>
              <a:t>4.3.3. User</a:t>
            </a:r>
            <a:r>
              <a:rPr lang="en-US" sz="2000" dirty="0">
                <a:latin typeface="Times New Roman" panose="02020603050405020304" pitchFamily="18" charset="0"/>
                <a:ea typeface="Times New Roman" panose="02020603050405020304" pitchFamily="18" charset="0"/>
              </a:rPr>
              <a:t>:</a:t>
            </a:r>
            <a:endParaRPr lang="en-IN" sz="1200" dirty="0">
              <a:latin typeface="Times New Roman" panose="02020603050405020304" pitchFamily="18" charset="0"/>
              <a:ea typeface="Times New Roman" panose="02020603050405020304" pitchFamily="18" charset="0"/>
            </a:endParaRPr>
          </a:p>
          <a:p>
            <a:pPr marL="342900" lvl="0" indent="-342900" algn="just">
              <a:lnSpc>
                <a:spcPct val="115000"/>
              </a:lnSpc>
              <a:spcAft>
                <a:spcPts val="0"/>
              </a:spcAft>
              <a:buFont typeface="Arial" panose="020B0604020202020204" pitchFamily="34" charset="0"/>
              <a:buChar char="•"/>
              <a:tabLst>
                <a:tab pos="685800" algn="l"/>
              </a:tabLst>
            </a:pPr>
            <a:r>
              <a:rPr lang="en-IN" dirty="0">
                <a:latin typeface="Times New Roman" panose="02020603050405020304" pitchFamily="18" charset="0"/>
                <a:ea typeface="Calibri" panose="020F0502020204030204" pitchFamily="34" charset="0"/>
                <a:cs typeface="Times New Roman" panose="02020603050405020304" pitchFamily="18" charset="0"/>
              </a:rPr>
              <a:t>Users are citizens of India who can apply for LLR, permanent license, learner’s License, Renewal of permanent license, Issue of learner’s license</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marL="685800" algn="just">
              <a:lnSpc>
                <a:spcPct val="115000"/>
              </a:lnSpc>
              <a:spcAft>
                <a:spcPts val="1000"/>
              </a:spcAft>
            </a:pPr>
            <a:r>
              <a:rPr lang="en-IN" dirty="0">
                <a:latin typeface="Times New Roman" panose="02020603050405020304" pitchFamily="18" charset="0"/>
                <a:ea typeface="Calibri" panose="020F0502020204030204" pitchFamily="34" charset="0"/>
                <a:cs typeface="Times New Roman" panose="02020603050405020304" pitchFamily="18" charset="0"/>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33A28B77-DAF2-4B10-96A8-F5A4A921BCA7}"/>
              </a:ext>
            </a:extLst>
          </p:cNvPr>
          <p:cNvPicPr/>
          <p:nvPr/>
        </p:nvPicPr>
        <p:blipFill>
          <a:blip r:embed="rId2"/>
          <a:stretch>
            <a:fillRect/>
          </a:stretch>
        </p:blipFill>
        <p:spPr>
          <a:xfrm>
            <a:off x="2059883" y="5276333"/>
            <a:ext cx="895350" cy="12192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24194452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31EAD58-D1BD-4FED-BE61-FF05ED4D8686}"/>
              </a:ext>
            </a:extLst>
          </p:cNvPr>
          <p:cNvSpPr>
            <a:spLocks noGrp="1"/>
          </p:cNvSpPr>
          <p:nvPr>
            <p:ph type="sldNum" sz="quarter" idx="12"/>
          </p:nvPr>
        </p:nvSpPr>
        <p:spPr>
          <a:xfrm>
            <a:off x="11033612" y="6492875"/>
            <a:ext cx="894531" cy="365125"/>
          </a:xfrm>
        </p:spPr>
        <p:txBody>
          <a:bodyPr/>
          <a:lstStyle/>
          <a:p>
            <a:r>
              <a:rPr lang="en-IN" b="1" dirty="0">
                <a:solidFill>
                  <a:schemeClr val="tx1"/>
                </a:solidFill>
                <a:latin typeface="Times New Roman" panose="02020603050405020304" pitchFamily="18" charset="0"/>
                <a:cs typeface="Times New Roman" panose="02020603050405020304" pitchFamily="18" charset="0"/>
              </a:rPr>
              <a:t>PG NO: </a:t>
            </a:r>
            <a:fld id="{B54A08B0-5A9A-4946-919B-A6856108856E}" type="slidenum">
              <a:rPr lang="en-IN" smtClean="0">
                <a:solidFill>
                  <a:schemeClr val="tx1"/>
                </a:solidFill>
              </a:rPr>
              <a:t>40</a:t>
            </a:fld>
            <a:endParaRPr lang="en-IN" dirty="0">
              <a:solidFill>
                <a:schemeClr val="tx1"/>
              </a:solidFill>
            </a:endParaRPr>
          </a:p>
        </p:txBody>
      </p:sp>
      <p:sp>
        <p:nvSpPr>
          <p:cNvPr id="3" name="Rectangle 2">
            <a:extLst>
              <a:ext uri="{FF2B5EF4-FFF2-40B4-BE49-F238E27FC236}">
                <a16:creationId xmlns:a16="http://schemas.microsoft.com/office/drawing/2014/main" id="{6F7786DB-9F44-45A5-9AA0-464410F185F6}"/>
              </a:ext>
            </a:extLst>
          </p:cNvPr>
          <p:cNvSpPr/>
          <p:nvPr/>
        </p:nvSpPr>
        <p:spPr>
          <a:xfrm>
            <a:off x="132522" y="85269"/>
            <a:ext cx="11795621" cy="6321218"/>
          </a:xfrm>
          <a:prstGeom prst="rect">
            <a:avLst/>
          </a:prstGeom>
        </p:spPr>
        <p:txBody>
          <a:bodyPr wrap="square">
            <a:spAutoFit/>
          </a:bodyPr>
          <a:lstStyle/>
          <a:p>
            <a:pPr algn="just">
              <a:lnSpc>
                <a:spcPct val="150000"/>
              </a:lnSpc>
              <a:spcAft>
                <a:spcPts val="0"/>
              </a:spcAft>
              <a:tabLst>
                <a:tab pos="1200150" algn="l"/>
                <a:tab pos="1371600" algn="l"/>
              </a:tabLst>
            </a:pPr>
            <a:r>
              <a:rPr lang="en-IN" sz="2400" b="1" dirty="0">
                <a:latin typeface="Times New Roman" panose="02020603050405020304" pitchFamily="18" charset="0"/>
                <a:ea typeface="Calibri" panose="020F0502020204030204" pitchFamily="34" charset="0"/>
              </a:rPr>
              <a:t>4.4. The project has following modules:</a:t>
            </a:r>
            <a:endParaRPr lang="en-IN" sz="1200" dirty="0">
              <a:latin typeface="Times New Roman" panose="02020603050405020304" pitchFamily="18" charset="0"/>
              <a:ea typeface="Times New Roman" panose="02020603050405020304" pitchFamily="18" charset="0"/>
            </a:endParaRPr>
          </a:p>
          <a:p>
            <a:pPr marL="342900" lvl="0" indent="-342900" algn="just">
              <a:lnSpc>
                <a:spcPct val="150000"/>
              </a:lnSpc>
              <a:spcAft>
                <a:spcPts val="0"/>
              </a:spcAft>
              <a:buFont typeface="Symbol" panose="05050102010706020507" pitchFamily="18" charset="2"/>
              <a:buChar char=""/>
              <a:tabLst>
                <a:tab pos="457200" algn="l"/>
                <a:tab pos="1200150" algn="l"/>
                <a:tab pos="1371600" algn="l"/>
              </a:tabLst>
            </a:pPr>
            <a:r>
              <a:rPr lang="en-US" sz="2000" b="1" u="sng" dirty="0">
                <a:latin typeface="Times New Roman" panose="02020603050405020304" pitchFamily="18" charset="0"/>
                <a:ea typeface="Calibri" panose="020F0502020204030204" pitchFamily="34" charset="0"/>
              </a:rPr>
              <a:t>Admin Account module: </a:t>
            </a:r>
            <a:r>
              <a:rPr lang="en-US" dirty="0">
                <a:latin typeface="Times New Roman" panose="02020603050405020304" pitchFamily="18" charset="0"/>
                <a:ea typeface="Calibri" panose="020F0502020204030204" pitchFamily="34" charset="0"/>
              </a:rPr>
              <a:t>Administrator is the main user of the project. He has the power to verify the data entered by RTO officials. </a:t>
            </a:r>
            <a:endParaRPr lang="en-IN" sz="1200" dirty="0">
              <a:latin typeface="Times New Roman" panose="02020603050405020304" pitchFamily="18" charset="0"/>
              <a:ea typeface="Times New Roman" panose="02020603050405020304" pitchFamily="18" charset="0"/>
            </a:endParaRPr>
          </a:p>
          <a:p>
            <a:pPr marL="342900" lvl="0" indent="-342900" algn="just">
              <a:lnSpc>
                <a:spcPct val="150000"/>
              </a:lnSpc>
              <a:spcAft>
                <a:spcPts val="0"/>
              </a:spcAft>
              <a:buFont typeface="Symbol" panose="05050102010706020507" pitchFamily="18" charset="2"/>
              <a:buChar char=""/>
              <a:tabLst>
                <a:tab pos="457200" algn="l"/>
                <a:tab pos="1200150" algn="l"/>
                <a:tab pos="1371600" algn="l"/>
              </a:tabLst>
            </a:pPr>
            <a:r>
              <a:rPr lang="en-US" sz="2000" b="1" u="sng" dirty="0">
                <a:latin typeface="Times New Roman" panose="02020603050405020304" pitchFamily="18" charset="0"/>
                <a:ea typeface="Calibri" panose="020F0502020204030204" pitchFamily="34" charset="0"/>
              </a:rPr>
              <a:t>RTO officer account module</a:t>
            </a:r>
            <a:r>
              <a:rPr lang="en-US" sz="2000" u="sng" dirty="0">
                <a:latin typeface="Times New Roman" panose="02020603050405020304" pitchFamily="18" charset="0"/>
                <a:ea typeface="Calibri" panose="020F0502020204030204" pitchFamily="34" charset="0"/>
              </a:rPr>
              <a:t>: </a:t>
            </a:r>
            <a:r>
              <a:rPr lang="en-US" dirty="0">
                <a:latin typeface="Times New Roman" panose="02020603050405020304" pitchFamily="18" charset="0"/>
                <a:ea typeface="Calibri" panose="020F0502020204030204" pitchFamily="34" charset="0"/>
              </a:rPr>
              <a:t>This module is for RTO officers to manage the user applications. Administrator is adding RTO official details. </a:t>
            </a:r>
            <a:endParaRPr lang="en-IN" sz="1200" dirty="0">
              <a:latin typeface="Times New Roman" panose="02020603050405020304" pitchFamily="18" charset="0"/>
              <a:ea typeface="Times New Roman" panose="02020603050405020304" pitchFamily="18" charset="0"/>
            </a:endParaRPr>
          </a:p>
          <a:p>
            <a:pPr marL="342900" lvl="0" indent="-342900" algn="just">
              <a:lnSpc>
                <a:spcPct val="150000"/>
              </a:lnSpc>
              <a:spcAft>
                <a:spcPts val="0"/>
              </a:spcAft>
              <a:buFont typeface="Symbol" panose="05050102010706020507" pitchFamily="18" charset="2"/>
              <a:buChar char=""/>
              <a:tabLst>
                <a:tab pos="457200" algn="l"/>
                <a:tab pos="1200150" algn="l"/>
                <a:tab pos="1371600" algn="l"/>
              </a:tabLst>
            </a:pPr>
            <a:r>
              <a:rPr lang="en-US" sz="2000" b="1" u="sng" dirty="0">
                <a:latin typeface="Times New Roman" panose="02020603050405020304" pitchFamily="18" charset="0"/>
                <a:ea typeface="Times New Roman" panose="02020603050405020304" pitchFamily="18" charset="0"/>
              </a:rPr>
              <a:t>User account module</a:t>
            </a:r>
            <a:r>
              <a:rPr lang="en-US" sz="2000" b="1" dirty="0">
                <a:latin typeface="Times New Roman" panose="02020603050405020304" pitchFamily="18" charset="0"/>
                <a:ea typeface="Times New Roman" panose="02020603050405020304" pitchFamily="18" charset="0"/>
              </a:rPr>
              <a:t>: </a:t>
            </a:r>
            <a:r>
              <a:rPr lang="en-US" dirty="0">
                <a:latin typeface="Times New Roman" panose="02020603050405020304" pitchFamily="18" charset="0"/>
                <a:ea typeface="Times New Roman" panose="02020603050405020304" pitchFamily="18" charset="0"/>
              </a:rPr>
              <a:t>This module allows user to register through online by entering profile details. After the successful registration the user can login to the system by entering login id and password.</a:t>
            </a:r>
            <a:endParaRPr lang="en-IN" sz="1200" dirty="0">
              <a:latin typeface="Times New Roman" panose="02020603050405020304" pitchFamily="18" charset="0"/>
              <a:ea typeface="Times New Roman" panose="02020603050405020304" pitchFamily="18" charset="0"/>
            </a:endParaRPr>
          </a:p>
          <a:p>
            <a:pPr marL="342900" lvl="0" indent="-342900" algn="just">
              <a:lnSpc>
                <a:spcPct val="150000"/>
              </a:lnSpc>
              <a:spcAft>
                <a:spcPts val="0"/>
              </a:spcAft>
              <a:buFont typeface="Symbol" panose="05050102010706020507" pitchFamily="18" charset="2"/>
              <a:buChar char=""/>
              <a:tabLst>
                <a:tab pos="457200" algn="l"/>
                <a:tab pos="1200150" algn="l"/>
                <a:tab pos="1371600" algn="l"/>
              </a:tabLst>
            </a:pPr>
            <a:r>
              <a:rPr lang="en-US" sz="2000" b="1" u="sng" dirty="0">
                <a:latin typeface="Times New Roman" panose="02020603050405020304" pitchFamily="18" charset="0"/>
                <a:ea typeface="Times New Roman" panose="02020603050405020304" pitchFamily="18" charset="0"/>
              </a:rPr>
              <a:t>Vehicle registration module</a:t>
            </a:r>
            <a:r>
              <a:rPr lang="en-US" sz="2000" b="1" dirty="0">
                <a:latin typeface="Times New Roman" panose="02020603050405020304" pitchFamily="18" charset="0"/>
                <a:ea typeface="Times New Roman" panose="02020603050405020304" pitchFamily="18" charset="0"/>
              </a:rPr>
              <a:t>: </a:t>
            </a:r>
            <a:r>
              <a:rPr lang="en-US" dirty="0">
                <a:latin typeface="Times New Roman" panose="02020603050405020304" pitchFamily="18" charset="0"/>
                <a:ea typeface="Times New Roman" panose="02020603050405020304" pitchFamily="18" charset="0"/>
              </a:rPr>
              <a:t>The module allows user to apply new registration of vehicles. Even this module allows to send vehicle transfer request.</a:t>
            </a:r>
            <a:endParaRPr lang="en-IN" sz="1200" dirty="0">
              <a:latin typeface="Times New Roman" panose="02020603050405020304" pitchFamily="18" charset="0"/>
              <a:ea typeface="Times New Roman" panose="02020603050405020304" pitchFamily="18" charset="0"/>
            </a:endParaRPr>
          </a:p>
          <a:p>
            <a:pPr marL="342900" lvl="0" indent="-342900" algn="just">
              <a:lnSpc>
                <a:spcPct val="150000"/>
              </a:lnSpc>
              <a:spcAft>
                <a:spcPts val="0"/>
              </a:spcAft>
              <a:buFont typeface="Symbol" panose="05050102010706020507" pitchFamily="18" charset="2"/>
              <a:buChar char=""/>
              <a:tabLst>
                <a:tab pos="457200" algn="l"/>
                <a:tab pos="1200150" algn="l"/>
                <a:tab pos="1371600" algn="l"/>
              </a:tabLst>
            </a:pPr>
            <a:r>
              <a:rPr lang="en-US" sz="2000" b="1" u="sng" dirty="0">
                <a:latin typeface="Times New Roman" panose="02020603050405020304" pitchFamily="18" charset="0"/>
                <a:ea typeface="Times New Roman" panose="02020603050405020304" pitchFamily="18" charset="0"/>
              </a:rPr>
              <a:t>Online License Application module</a:t>
            </a:r>
            <a:r>
              <a:rPr lang="en-US" sz="2000" u="sng" dirty="0">
                <a:latin typeface="Times New Roman" panose="02020603050405020304" pitchFamily="18" charset="0"/>
                <a:ea typeface="Times New Roman" panose="02020603050405020304" pitchFamily="18" charset="0"/>
              </a:rPr>
              <a:t>: </a:t>
            </a:r>
            <a:r>
              <a:rPr lang="en-US" dirty="0">
                <a:latin typeface="Times New Roman" panose="02020603050405020304" pitchFamily="18" charset="0"/>
                <a:ea typeface="Times New Roman" panose="02020603050405020304" pitchFamily="18" charset="0"/>
              </a:rPr>
              <a:t>This module allows users to apply for Learner license, permanent license, changing the address of license, renew the license. RTO officials can verify and approve/reject received applications.</a:t>
            </a:r>
            <a:endParaRPr lang="en-IN" sz="1200" dirty="0">
              <a:latin typeface="Times New Roman" panose="02020603050405020304" pitchFamily="18" charset="0"/>
              <a:ea typeface="Times New Roman" panose="02020603050405020304" pitchFamily="18" charset="0"/>
            </a:endParaRPr>
          </a:p>
          <a:p>
            <a:pPr marL="342900" lvl="0" indent="-342900" algn="just">
              <a:lnSpc>
                <a:spcPct val="150000"/>
              </a:lnSpc>
              <a:spcAft>
                <a:spcPts val="0"/>
              </a:spcAft>
              <a:buFont typeface="Symbol" panose="05050102010706020507" pitchFamily="18" charset="2"/>
              <a:buChar char=""/>
              <a:tabLst>
                <a:tab pos="457200" algn="l"/>
                <a:tab pos="1200150" algn="l"/>
                <a:tab pos="1371600" algn="l"/>
              </a:tabLst>
            </a:pPr>
            <a:r>
              <a:rPr lang="en-US" sz="2000" b="1" u="sng" dirty="0">
                <a:latin typeface="Times New Roman" panose="02020603050405020304" pitchFamily="18" charset="0"/>
                <a:ea typeface="Times New Roman" panose="02020603050405020304" pitchFamily="18" charset="0"/>
              </a:rPr>
              <a:t>Branch module: </a:t>
            </a:r>
            <a:r>
              <a:rPr lang="en-US" dirty="0">
                <a:latin typeface="Times New Roman" panose="02020603050405020304" pitchFamily="18" charset="0"/>
                <a:ea typeface="Times New Roman" panose="02020603050405020304" pitchFamily="18" charset="0"/>
              </a:rPr>
              <a:t>This module allows user to add RTO branch details by entering branch name, branch description, etc.</a:t>
            </a:r>
            <a:endParaRPr lang="en-IN" sz="1200" dirty="0">
              <a:latin typeface="Times New Roman" panose="02020603050405020304" pitchFamily="18" charset="0"/>
              <a:ea typeface="Times New Roman" panose="02020603050405020304" pitchFamily="18" charset="0"/>
            </a:endParaRPr>
          </a:p>
          <a:p>
            <a:pPr marL="342900" lvl="0" indent="-342900" algn="just">
              <a:lnSpc>
                <a:spcPct val="150000"/>
              </a:lnSpc>
              <a:spcAft>
                <a:spcPts val="0"/>
              </a:spcAft>
              <a:buFont typeface="Symbol" panose="05050102010706020507" pitchFamily="18" charset="2"/>
              <a:buChar char=""/>
              <a:tabLst>
                <a:tab pos="457200" algn="l"/>
                <a:tab pos="1200150" algn="l"/>
                <a:tab pos="1371600" algn="l"/>
              </a:tabLst>
            </a:pPr>
            <a:r>
              <a:rPr lang="en-US" sz="2000" b="1" u="sng" dirty="0">
                <a:latin typeface="Times New Roman" panose="02020603050405020304" pitchFamily="18" charset="0"/>
                <a:ea typeface="Times New Roman" panose="02020603050405020304" pitchFamily="18" charset="0"/>
              </a:rPr>
              <a:t>Report module: </a:t>
            </a:r>
            <a:r>
              <a:rPr lang="en-US" dirty="0">
                <a:latin typeface="Times New Roman" panose="02020603050405020304" pitchFamily="18" charset="0"/>
                <a:ea typeface="Times New Roman" panose="02020603050405020304" pitchFamily="18" charset="0"/>
              </a:rPr>
              <a:t>This module generates various kinds of reports. </a:t>
            </a:r>
            <a:endParaRPr lang="en-IN" sz="1200" dirty="0">
              <a:latin typeface="Times New Roman" panose="02020603050405020304" pitchFamily="18" charset="0"/>
              <a:ea typeface="Times New Roman" panose="02020603050405020304" pitchFamily="18" charset="0"/>
            </a:endParaRPr>
          </a:p>
          <a:p>
            <a:pPr algn="just">
              <a:lnSpc>
                <a:spcPct val="150000"/>
              </a:lnSpc>
              <a:spcAft>
                <a:spcPts val="0"/>
              </a:spcAft>
              <a:tabLst>
                <a:tab pos="1200150" algn="l"/>
                <a:tab pos="1371600" algn="l"/>
              </a:tabLst>
            </a:pPr>
            <a:r>
              <a:rPr lang="en-US" dirty="0">
                <a:latin typeface="Times New Roman" panose="02020603050405020304" pitchFamily="18" charset="0"/>
                <a:ea typeface="Times New Roman" panose="02020603050405020304" pitchFamily="18" charset="0"/>
              </a:rPr>
              <a:t> </a:t>
            </a:r>
            <a:endParaRPr lang="en-IN" sz="1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241607269"/>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AED2009-17EC-4084-8DD7-C4E9106DDA84}"/>
              </a:ext>
            </a:extLst>
          </p:cNvPr>
          <p:cNvSpPr>
            <a:spLocks noGrp="1"/>
          </p:cNvSpPr>
          <p:nvPr>
            <p:ph type="sldNum" sz="quarter" idx="12"/>
          </p:nvPr>
        </p:nvSpPr>
        <p:spPr>
          <a:xfrm>
            <a:off x="11092201" y="6406488"/>
            <a:ext cx="853588" cy="365125"/>
          </a:xfrm>
        </p:spPr>
        <p:txBody>
          <a:bodyPr/>
          <a:lstStyle/>
          <a:p>
            <a:r>
              <a:rPr lang="en-IN" b="1" dirty="0">
                <a:solidFill>
                  <a:schemeClr val="tx1"/>
                </a:solidFill>
                <a:latin typeface="Times New Roman" panose="02020603050405020304" pitchFamily="18" charset="0"/>
                <a:cs typeface="Times New Roman" panose="02020603050405020304" pitchFamily="18" charset="0"/>
              </a:rPr>
              <a:t>PG NO: </a:t>
            </a:r>
            <a:fld id="{B54A08B0-5A9A-4946-919B-A6856108856E}" type="slidenum">
              <a:rPr lang="en-IN" smtClean="0">
                <a:solidFill>
                  <a:schemeClr val="tx1"/>
                </a:solidFill>
              </a:rPr>
              <a:t>41</a:t>
            </a:fld>
            <a:endParaRPr lang="en-IN" dirty="0">
              <a:solidFill>
                <a:schemeClr val="tx1"/>
              </a:solidFill>
            </a:endParaRPr>
          </a:p>
        </p:txBody>
      </p:sp>
      <p:sp>
        <p:nvSpPr>
          <p:cNvPr id="3" name="Rectangle 2">
            <a:extLst>
              <a:ext uri="{FF2B5EF4-FFF2-40B4-BE49-F238E27FC236}">
                <a16:creationId xmlns:a16="http://schemas.microsoft.com/office/drawing/2014/main" id="{5AA3DC52-F66C-4B1E-990F-FF499D9E96B5}"/>
              </a:ext>
            </a:extLst>
          </p:cNvPr>
          <p:cNvSpPr>
            <a:spLocks noChangeArrowheads="1"/>
          </p:cNvSpPr>
          <p:nvPr/>
        </p:nvSpPr>
        <p:spPr bwMode="auto">
          <a:xfrm>
            <a:off x="426687" y="31581"/>
            <a:ext cx="6349302" cy="3724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1828800" algn="l"/>
              </a:tabLst>
              <a:defRPr>
                <a:solidFill>
                  <a:schemeClr val="tx1"/>
                </a:solidFill>
                <a:latin typeface="Arial" panose="020B0604020202020204" pitchFamily="34" charset="0"/>
              </a:defRPr>
            </a:lvl1pPr>
            <a:lvl2pPr eaLnBrk="0" fontAlgn="base" hangingPunct="0">
              <a:spcBef>
                <a:spcPct val="0"/>
              </a:spcBef>
              <a:spcAft>
                <a:spcPct val="0"/>
              </a:spcAft>
              <a:tabLst>
                <a:tab pos="1828800" algn="l"/>
              </a:tabLst>
              <a:defRPr>
                <a:solidFill>
                  <a:schemeClr val="tx1"/>
                </a:solidFill>
                <a:latin typeface="Arial" panose="020B0604020202020204" pitchFamily="34" charset="0"/>
              </a:defRPr>
            </a:lvl2pPr>
            <a:lvl3pPr eaLnBrk="0" fontAlgn="base" hangingPunct="0">
              <a:spcBef>
                <a:spcPct val="0"/>
              </a:spcBef>
              <a:spcAft>
                <a:spcPct val="0"/>
              </a:spcAft>
              <a:tabLst>
                <a:tab pos="1828800" algn="l"/>
              </a:tabLst>
              <a:defRPr>
                <a:solidFill>
                  <a:schemeClr val="tx1"/>
                </a:solidFill>
                <a:latin typeface="Arial" panose="020B0604020202020204" pitchFamily="34" charset="0"/>
              </a:defRPr>
            </a:lvl3pPr>
            <a:lvl4pPr eaLnBrk="0" fontAlgn="base" hangingPunct="0">
              <a:spcBef>
                <a:spcPct val="0"/>
              </a:spcBef>
              <a:spcAft>
                <a:spcPct val="0"/>
              </a:spcAft>
              <a:tabLst>
                <a:tab pos="1828800" algn="l"/>
              </a:tabLst>
              <a:defRPr>
                <a:solidFill>
                  <a:schemeClr val="tx1"/>
                </a:solidFill>
                <a:latin typeface="Arial" panose="020B0604020202020204" pitchFamily="34" charset="0"/>
              </a:defRPr>
            </a:lvl4pPr>
            <a:lvl5pPr eaLnBrk="0" fontAlgn="base" hangingPunct="0">
              <a:spcBef>
                <a:spcPct val="0"/>
              </a:spcBef>
              <a:spcAft>
                <a:spcPct val="0"/>
              </a:spcAft>
              <a:tabLst>
                <a:tab pos="1828800" algn="l"/>
              </a:tabLst>
              <a:defRPr>
                <a:solidFill>
                  <a:schemeClr val="tx1"/>
                </a:solidFill>
                <a:latin typeface="Arial" panose="020B0604020202020204" pitchFamily="34" charset="0"/>
              </a:defRPr>
            </a:lvl5pPr>
            <a:lvl6pPr eaLnBrk="0" fontAlgn="base" hangingPunct="0">
              <a:spcBef>
                <a:spcPct val="0"/>
              </a:spcBef>
              <a:spcAft>
                <a:spcPct val="0"/>
              </a:spcAft>
              <a:tabLst>
                <a:tab pos="1828800" algn="l"/>
              </a:tabLst>
              <a:defRPr>
                <a:solidFill>
                  <a:schemeClr val="tx1"/>
                </a:solidFill>
                <a:latin typeface="Arial" panose="020B0604020202020204" pitchFamily="34" charset="0"/>
              </a:defRPr>
            </a:lvl6pPr>
            <a:lvl7pPr eaLnBrk="0" fontAlgn="base" hangingPunct="0">
              <a:spcBef>
                <a:spcPct val="0"/>
              </a:spcBef>
              <a:spcAft>
                <a:spcPct val="0"/>
              </a:spcAft>
              <a:tabLst>
                <a:tab pos="1828800" algn="l"/>
              </a:tabLst>
              <a:defRPr>
                <a:solidFill>
                  <a:schemeClr val="tx1"/>
                </a:solidFill>
                <a:latin typeface="Arial" panose="020B0604020202020204" pitchFamily="34" charset="0"/>
              </a:defRPr>
            </a:lvl7pPr>
            <a:lvl8pPr eaLnBrk="0" fontAlgn="base" hangingPunct="0">
              <a:spcBef>
                <a:spcPct val="0"/>
              </a:spcBef>
              <a:spcAft>
                <a:spcPct val="0"/>
              </a:spcAft>
              <a:tabLst>
                <a:tab pos="1828800" algn="l"/>
              </a:tabLst>
              <a:defRPr>
                <a:solidFill>
                  <a:schemeClr val="tx1"/>
                </a:solidFill>
                <a:latin typeface="Arial" panose="020B0604020202020204" pitchFamily="34" charset="0"/>
              </a:defRPr>
            </a:lvl8pPr>
            <a:lvl9pPr eaLnBrk="0" fontAlgn="base" hangingPunct="0">
              <a:spcBef>
                <a:spcPct val="0"/>
              </a:spcBef>
              <a:spcAft>
                <a:spcPct val="0"/>
              </a:spcAft>
              <a:tabLst>
                <a:tab pos="18288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tabLst>
                <a:tab pos="1828800" algn="l"/>
              </a:tabLst>
            </a:pPr>
            <a:r>
              <a:rPr kumimoji="0" lang="en-US" altLang="en-US" sz="2400" b="1" i="0" u="sng"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4.. Modular Decomposition of Components:</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828800" algn="l"/>
              </a:tabLst>
            </a:pPr>
            <a:r>
              <a:rPr kumimoji="0" lang="en-US" altLang="en-US" sz="24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4.1. </a:t>
            </a:r>
            <a:r>
              <a:rPr kumimoji="0" lang="en-US" altLang="en-US" sz="2400" b="1" i="0" u="sng"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Admin Account Component:</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828800" algn="l"/>
              </a:tabLst>
            </a:pPr>
            <a:r>
              <a:rPr kumimoji="0" lang="en-US" altLang="en-US" sz="24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4.1.1. </a:t>
            </a:r>
            <a:r>
              <a:rPr kumimoji="0" lang="en-US" altLang="en-US" sz="2400" b="1" i="0" u="sng"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Identification of Modules:</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828800" algn="l"/>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The modules identified in this component are:</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1371600" marR="0" lvl="3" indent="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tab pos="1828800" algn="l"/>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Add employees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1371600" marR="0" lvl="3" indent="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tab pos="1828800" algn="l"/>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View employees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1371600" marR="0" lvl="3" indent="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tab pos="1828800" algn="l"/>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Add branch</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1371600" marR="0" lvl="3" indent="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tab pos="1828800" algn="l"/>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View branch</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1371600" marR="0" lvl="3" indent="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tab pos="1828800" algn="l"/>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Verification of DL, LLR, Vehicle registration</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828800" algn="l"/>
              </a:tabLst>
            </a:pPr>
            <a:r>
              <a:rPr kumimoji="0" lang="en-US" altLang="en-US" sz="24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4.1.2. </a:t>
            </a:r>
            <a:r>
              <a:rPr kumimoji="0" lang="en-US" altLang="en-US" sz="2400" b="1" i="0" u="sng"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Structure chart for </a:t>
            </a:r>
            <a:r>
              <a:rPr kumimoji="0" lang="en-US" altLang="en-US" sz="2400" b="1" i="0" u="sng"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Admin Account</a:t>
            </a:r>
            <a:r>
              <a:rPr kumimoji="0" lang="en-US" altLang="en-US" sz="2400" b="1" i="0" u="sng"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828800" algn="l"/>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1025" name="Picture 1">
            <a:extLst>
              <a:ext uri="{FF2B5EF4-FFF2-40B4-BE49-F238E27FC236}">
                <a16:creationId xmlns:a16="http://schemas.microsoft.com/office/drawing/2014/main" id="{F2668A7B-DC1E-4A8C-B800-F8A26FF267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0776" y="3755678"/>
            <a:ext cx="7029901" cy="265081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C3F5D714-E728-459C-9833-06B728DB1405}"/>
              </a:ext>
            </a:extLst>
          </p:cNvPr>
          <p:cNvSpPr>
            <a:spLocks noChangeArrowheads="1"/>
          </p:cNvSpPr>
          <p:nvPr/>
        </p:nvSpPr>
        <p:spPr bwMode="auto">
          <a:xfrm>
            <a:off x="3601338" y="5703769"/>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6" name="Picture 5">
            <a:extLst>
              <a:ext uri="{FF2B5EF4-FFF2-40B4-BE49-F238E27FC236}">
                <a16:creationId xmlns:a16="http://schemas.microsoft.com/office/drawing/2014/main" id="{492CA8A3-73B5-4B9B-941E-7D629FB7B8ED}"/>
              </a:ext>
            </a:extLst>
          </p:cNvPr>
          <p:cNvPicPr/>
          <p:nvPr/>
        </p:nvPicPr>
        <p:blipFill>
          <a:blip r:embed="rId3"/>
          <a:stretch>
            <a:fillRect/>
          </a:stretch>
        </p:blipFill>
        <p:spPr>
          <a:xfrm>
            <a:off x="8075250" y="641445"/>
            <a:ext cx="1019175" cy="12954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359998356"/>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7638B6B-F871-402D-898E-161EB758C197}"/>
              </a:ext>
            </a:extLst>
          </p:cNvPr>
          <p:cNvSpPr>
            <a:spLocks noGrp="1"/>
          </p:cNvSpPr>
          <p:nvPr>
            <p:ph type="sldNum" sz="quarter" idx="12"/>
          </p:nvPr>
        </p:nvSpPr>
        <p:spPr>
          <a:xfrm>
            <a:off x="11324764" y="6437147"/>
            <a:ext cx="867236" cy="365125"/>
          </a:xfrm>
        </p:spPr>
        <p:txBody>
          <a:bodyPr/>
          <a:lstStyle/>
          <a:p>
            <a:r>
              <a:rPr lang="en-IN" b="1" dirty="0">
                <a:solidFill>
                  <a:schemeClr val="tx1"/>
                </a:solidFill>
                <a:latin typeface="Times New Roman" panose="02020603050405020304" pitchFamily="18" charset="0"/>
                <a:cs typeface="Times New Roman" panose="02020603050405020304" pitchFamily="18" charset="0"/>
              </a:rPr>
              <a:t>PG NO: </a:t>
            </a:r>
            <a:fld id="{B54A08B0-5A9A-4946-919B-A6856108856E}" type="slidenum">
              <a:rPr lang="en-IN" smtClean="0">
                <a:solidFill>
                  <a:schemeClr val="tx1"/>
                </a:solidFill>
              </a:rPr>
              <a:t>42</a:t>
            </a:fld>
            <a:endParaRPr lang="en-IN" dirty="0">
              <a:solidFill>
                <a:schemeClr val="tx1"/>
              </a:solidFill>
            </a:endParaRPr>
          </a:p>
        </p:txBody>
      </p:sp>
      <p:sp>
        <p:nvSpPr>
          <p:cNvPr id="3" name="Rectangle 2">
            <a:extLst>
              <a:ext uri="{FF2B5EF4-FFF2-40B4-BE49-F238E27FC236}">
                <a16:creationId xmlns:a16="http://schemas.microsoft.com/office/drawing/2014/main" id="{15893B67-3518-4765-BBAB-877FF5DF5941}"/>
              </a:ext>
            </a:extLst>
          </p:cNvPr>
          <p:cNvSpPr>
            <a:spLocks noChangeArrowheads="1"/>
          </p:cNvSpPr>
          <p:nvPr/>
        </p:nvSpPr>
        <p:spPr bwMode="auto">
          <a:xfrm>
            <a:off x="339295" y="106220"/>
            <a:ext cx="7385337" cy="33547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1371600" algn="l"/>
              </a:tabLst>
              <a:defRPr>
                <a:solidFill>
                  <a:schemeClr val="tx1"/>
                </a:solidFill>
                <a:latin typeface="Arial" panose="020B0604020202020204" pitchFamily="34" charset="0"/>
              </a:defRPr>
            </a:lvl1pPr>
            <a:lvl2pPr eaLnBrk="0" fontAlgn="base" hangingPunct="0">
              <a:spcBef>
                <a:spcPct val="0"/>
              </a:spcBef>
              <a:spcAft>
                <a:spcPct val="0"/>
              </a:spcAft>
              <a:tabLst>
                <a:tab pos="1371600" algn="l"/>
              </a:tabLst>
              <a:defRPr>
                <a:solidFill>
                  <a:schemeClr val="tx1"/>
                </a:solidFill>
                <a:latin typeface="Arial" panose="020B0604020202020204" pitchFamily="34" charset="0"/>
              </a:defRPr>
            </a:lvl2pPr>
            <a:lvl3pPr eaLnBrk="0" fontAlgn="base" hangingPunct="0">
              <a:spcBef>
                <a:spcPct val="0"/>
              </a:spcBef>
              <a:spcAft>
                <a:spcPct val="0"/>
              </a:spcAft>
              <a:tabLst>
                <a:tab pos="1371600" algn="l"/>
              </a:tabLst>
              <a:defRPr>
                <a:solidFill>
                  <a:schemeClr val="tx1"/>
                </a:solidFill>
                <a:latin typeface="Arial" panose="020B0604020202020204" pitchFamily="34" charset="0"/>
              </a:defRPr>
            </a:lvl3pPr>
            <a:lvl4pPr eaLnBrk="0" fontAlgn="base" hangingPunct="0">
              <a:spcBef>
                <a:spcPct val="0"/>
              </a:spcBef>
              <a:spcAft>
                <a:spcPct val="0"/>
              </a:spcAft>
              <a:tabLst>
                <a:tab pos="1371600" algn="l"/>
              </a:tabLst>
              <a:defRPr>
                <a:solidFill>
                  <a:schemeClr val="tx1"/>
                </a:solidFill>
                <a:latin typeface="Arial" panose="020B0604020202020204" pitchFamily="34" charset="0"/>
              </a:defRPr>
            </a:lvl4pPr>
            <a:lvl5pPr eaLnBrk="0" fontAlgn="base" hangingPunct="0">
              <a:spcBef>
                <a:spcPct val="0"/>
              </a:spcBef>
              <a:spcAft>
                <a:spcPct val="0"/>
              </a:spcAft>
              <a:tabLst>
                <a:tab pos="1371600" algn="l"/>
              </a:tabLst>
              <a:defRPr>
                <a:solidFill>
                  <a:schemeClr val="tx1"/>
                </a:solidFill>
                <a:latin typeface="Arial" panose="020B0604020202020204" pitchFamily="34" charset="0"/>
              </a:defRPr>
            </a:lvl5pPr>
            <a:lvl6pPr eaLnBrk="0" fontAlgn="base" hangingPunct="0">
              <a:spcBef>
                <a:spcPct val="0"/>
              </a:spcBef>
              <a:spcAft>
                <a:spcPct val="0"/>
              </a:spcAft>
              <a:tabLst>
                <a:tab pos="1371600" algn="l"/>
              </a:tabLst>
              <a:defRPr>
                <a:solidFill>
                  <a:schemeClr val="tx1"/>
                </a:solidFill>
                <a:latin typeface="Arial" panose="020B0604020202020204" pitchFamily="34" charset="0"/>
              </a:defRPr>
            </a:lvl6pPr>
            <a:lvl7pPr eaLnBrk="0" fontAlgn="base" hangingPunct="0">
              <a:spcBef>
                <a:spcPct val="0"/>
              </a:spcBef>
              <a:spcAft>
                <a:spcPct val="0"/>
              </a:spcAft>
              <a:tabLst>
                <a:tab pos="1371600" algn="l"/>
              </a:tabLst>
              <a:defRPr>
                <a:solidFill>
                  <a:schemeClr val="tx1"/>
                </a:solidFill>
                <a:latin typeface="Arial" panose="020B0604020202020204" pitchFamily="34" charset="0"/>
              </a:defRPr>
            </a:lvl7pPr>
            <a:lvl8pPr eaLnBrk="0" fontAlgn="base" hangingPunct="0">
              <a:spcBef>
                <a:spcPct val="0"/>
              </a:spcBef>
              <a:spcAft>
                <a:spcPct val="0"/>
              </a:spcAft>
              <a:tabLst>
                <a:tab pos="1371600" algn="l"/>
              </a:tabLst>
              <a:defRPr>
                <a:solidFill>
                  <a:schemeClr val="tx1"/>
                </a:solidFill>
                <a:latin typeface="Arial" panose="020B0604020202020204" pitchFamily="34" charset="0"/>
              </a:defRPr>
            </a:lvl8pPr>
            <a:lvl9pPr eaLnBrk="0" fontAlgn="base" hangingPunct="0">
              <a:spcBef>
                <a:spcPct val="0"/>
              </a:spcBef>
              <a:spcAft>
                <a:spcPct val="0"/>
              </a:spcAft>
              <a:tabLst>
                <a:tab pos="13716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1371600" algn="l"/>
              </a:tabLst>
            </a:pPr>
            <a:r>
              <a:rPr kumimoji="0" lang="en-US" altLang="en-US" sz="2400" b="1" i="0" u="sng"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4.2. RTO officer account </a:t>
            </a:r>
            <a:r>
              <a:rPr kumimoji="0" lang="en-US" altLang="en-US" sz="2400" b="1" i="0" u="sng"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Component:</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371600" algn="l"/>
              </a:tabLst>
            </a:pPr>
            <a:r>
              <a:rPr kumimoji="0" lang="en-US" altLang="en-US" sz="24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4.2.1. </a:t>
            </a:r>
            <a:r>
              <a:rPr kumimoji="0" lang="en-US" altLang="en-US" sz="2400" b="1" i="0" u="sng"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Identification of Modules:</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371600" algn="l"/>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The modules identified in this component are:</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914400" marR="0" lvl="2" indent="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tab pos="1371600" algn="l"/>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Registration of vehicle</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914400" marR="0" lvl="2" indent="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tab pos="1371600" algn="l"/>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Providing number for vehicle</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914400" marR="0" lvl="2" indent="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tab pos="1371600" algn="l"/>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Issue of information's about driving license.</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914400" marR="0" lvl="2" indent="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tab pos="1371600" algn="l"/>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Renewal of license</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914400" marR="0" lvl="2" indent="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tab pos="1371600" algn="l"/>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many more</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371600" algn="l"/>
              </a:tabLst>
            </a:pPr>
            <a:r>
              <a:rPr kumimoji="0" lang="en-US" altLang="en-US" sz="24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4.2.2. </a:t>
            </a:r>
            <a:r>
              <a:rPr kumimoji="0" lang="en-US" altLang="en-US" sz="2400" b="1" i="0" u="sng"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Structure chart for RTO officer account:</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371600" algn="l"/>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2049" name="Picture 2">
            <a:extLst>
              <a:ext uri="{FF2B5EF4-FFF2-40B4-BE49-F238E27FC236}">
                <a16:creationId xmlns:a16="http://schemas.microsoft.com/office/drawing/2014/main" id="{DF1A5BD9-983D-4D62-994D-15FBAEE9B3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2430" y="3684896"/>
            <a:ext cx="7253942" cy="3066884"/>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09CA2175-3D2B-428C-9BFC-592C426F6ED0}"/>
              </a:ext>
            </a:extLst>
          </p:cNvPr>
          <p:cNvSpPr>
            <a:spLocks noChangeArrowheads="1"/>
          </p:cNvSpPr>
          <p:nvPr/>
        </p:nvSpPr>
        <p:spPr bwMode="auto">
          <a:xfrm>
            <a:off x="1774208" y="504029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6" name="Picture 5">
            <a:extLst>
              <a:ext uri="{FF2B5EF4-FFF2-40B4-BE49-F238E27FC236}">
                <a16:creationId xmlns:a16="http://schemas.microsoft.com/office/drawing/2014/main" id="{C750CF28-49E5-4A2F-BD07-A9932B333ED5}"/>
              </a:ext>
            </a:extLst>
          </p:cNvPr>
          <p:cNvPicPr/>
          <p:nvPr/>
        </p:nvPicPr>
        <p:blipFill>
          <a:blip r:embed="rId3"/>
          <a:stretch>
            <a:fillRect/>
          </a:stretch>
        </p:blipFill>
        <p:spPr>
          <a:xfrm>
            <a:off x="7986372" y="907929"/>
            <a:ext cx="1009650" cy="116205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57176498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D796BDA-8964-476C-9869-B724E37E8EEE}"/>
              </a:ext>
            </a:extLst>
          </p:cNvPr>
          <p:cNvSpPr>
            <a:spLocks noGrp="1"/>
          </p:cNvSpPr>
          <p:nvPr>
            <p:ph type="sldNum" sz="quarter" idx="12"/>
          </p:nvPr>
        </p:nvSpPr>
        <p:spPr>
          <a:xfrm>
            <a:off x="11019965" y="6382911"/>
            <a:ext cx="1003713" cy="365125"/>
          </a:xfrm>
        </p:spPr>
        <p:txBody>
          <a:bodyPr/>
          <a:lstStyle/>
          <a:p>
            <a:r>
              <a:rPr lang="en-IN" sz="1000" b="1" dirty="0">
                <a:solidFill>
                  <a:schemeClr val="tx1"/>
                </a:solidFill>
                <a:latin typeface="Times New Roman" panose="02020603050405020304" pitchFamily="18" charset="0"/>
                <a:cs typeface="Times New Roman" panose="02020603050405020304" pitchFamily="18" charset="0"/>
              </a:rPr>
              <a:t>PG NO: </a:t>
            </a:r>
            <a:fld id="{B54A08B0-5A9A-4946-919B-A6856108856E}" type="slidenum">
              <a:rPr lang="en-IN" sz="1000" smtClean="0">
                <a:solidFill>
                  <a:schemeClr val="tx1"/>
                </a:solidFill>
              </a:rPr>
              <a:t>43</a:t>
            </a:fld>
            <a:endParaRPr lang="en-IN" sz="1000" dirty="0">
              <a:solidFill>
                <a:schemeClr val="tx1"/>
              </a:solidFill>
            </a:endParaRPr>
          </a:p>
        </p:txBody>
      </p:sp>
      <p:sp>
        <p:nvSpPr>
          <p:cNvPr id="3" name="Rectangle 2">
            <a:extLst>
              <a:ext uri="{FF2B5EF4-FFF2-40B4-BE49-F238E27FC236}">
                <a16:creationId xmlns:a16="http://schemas.microsoft.com/office/drawing/2014/main" id="{421F07AE-0EE1-4760-AC4B-34D2CA2FCD37}"/>
              </a:ext>
            </a:extLst>
          </p:cNvPr>
          <p:cNvSpPr>
            <a:spLocks noChangeArrowheads="1"/>
          </p:cNvSpPr>
          <p:nvPr/>
        </p:nvSpPr>
        <p:spPr bwMode="auto">
          <a:xfrm>
            <a:off x="477672" y="187515"/>
            <a:ext cx="8502555" cy="24314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914400" algn="l"/>
              </a:tabLst>
              <a:defRPr>
                <a:solidFill>
                  <a:schemeClr val="tx1"/>
                </a:solidFill>
                <a:latin typeface="Arial" panose="020B0604020202020204" pitchFamily="34" charset="0"/>
              </a:defRPr>
            </a:lvl1pPr>
            <a:lvl2pPr eaLnBrk="0" fontAlgn="base" hangingPunct="0">
              <a:spcBef>
                <a:spcPct val="0"/>
              </a:spcBef>
              <a:spcAft>
                <a:spcPct val="0"/>
              </a:spcAft>
              <a:tabLst>
                <a:tab pos="914400" algn="l"/>
              </a:tabLst>
              <a:defRPr>
                <a:solidFill>
                  <a:schemeClr val="tx1"/>
                </a:solidFill>
                <a:latin typeface="Arial" panose="020B0604020202020204" pitchFamily="34" charset="0"/>
              </a:defRPr>
            </a:lvl2pPr>
            <a:lvl3pPr eaLnBrk="0" fontAlgn="base" hangingPunct="0">
              <a:spcBef>
                <a:spcPct val="0"/>
              </a:spcBef>
              <a:spcAft>
                <a:spcPct val="0"/>
              </a:spcAft>
              <a:tabLst>
                <a:tab pos="914400" algn="l"/>
              </a:tabLst>
              <a:defRPr>
                <a:solidFill>
                  <a:schemeClr val="tx1"/>
                </a:solidFill>
                <a:latin typeface="Arial" panose="020B0604020202020204" pitchFamily="34" charset="0"/>
              </a:defRPr>
            </a:lvl3pPr>
            <a:lvl4pPr eaLnBrk="0" fontAlgn="base" hangingPunct="0">
              <a:spcBef>
                <a:spcPct val="0"/>
              </a:spcBef>
              <a:spcAft>
                <a:spcPct val="0"/>
              </a:spcAft>
              <a:tabLst>
                <a:tab pos="914400" algn="l"/>
              </a:tabLst>
              <a:defRPr>
                <a:solidFill>
                  <a:schemeClr val="tx1"/>
                </a:solidFill>
                <a:latin typeface="Arial" panose="020B0604020202020204" pitchFamily="34" charset="0"/>
              </a:defRPr>
            </a:lvl4pPr>
            <a:lvl5pPr eaLnBrk="0" fontAlgn="base" hangingPunct="0">
              <a:spcBef>
                <a:spcPct val="0"/>
              </a:spcBef>
              <a:spcAft>
                <a:spcPct val="0"/>
              </a:spcAft>
              <a:tabLst>
                <a:tab pos="914400" algn="l"/>
              </a:tabLst>
              <a:defRPr>
                <a:solidFill>
                  <a:schemeClr val="tx1"/>
                </a:solidFill>
                <a:latin typeface="Arial" panose="020B0604020202020204" pitchFamily="34" charset="0"/>
              </a:defRPr>
            </a:lvl5pPr>
            <a:lvl6pPr eaLnBrk="0" fontAlgn="base" hangingPunct="0">
              <a:spcBef>
                <a:spcPct val="0"/>
              </a:spcBef>
              <a:spcAft>
                <a:spcPct val="0"/>
              </a:spcAft>
              <a:tabLst>
                <a:tab pos="914400" algn="l"/>
              </a:tabLst>
              <a:defRPr>
                <a:solidFill>
                  <a:schemeClr val="tx1"/>
                </a:solidFill>
                <a:latin typeface="Arial" panose="020B0604020202020204" pitchFamily="34" charset="0"/>
              </a:defRPr>
            </a:lvl6pPr>
            <a:lvl7pPr eaLnBrk="0" fontAlgn="base" hangingPunct="0">
              <a:spcBef>
                <a:spcPct val="0"/>
              </a:spcBef>
              <a:spcAft>
                <a:spcPct val="0"/>
              </a:spcAft>
              <a:tabLst>
                <a:tab pos="914400" algn="l"/>
              </a:tabLst>
              <a:defRPr>
                <a:solidFill>
                  <a:schemeClr val="tx1"/>
                </a:solidFill>
                <a:latin typeface="Arial" panose="020B0604020202020204" pitchFamily="34" charset="0"/>
              </a:defRPr>
            </a:lvl7pPr>
            <a:lvl8pPr eaLnBrk="0" fontAlgn="base" hangingPunct="0">
              <a:spcBef>
                <a:spcPct val="0"/>
              </a:spcBef>
              <a:spcAft>
                <a:spcPct val="0"/>
              </a:spcAft>
              <a:tabLst>
                <a:tab pos="914400" algn="l"/>
              </a:tabLst>
              <a:defRPr>
                <a:solidFill>
                  <a:schemeClr val="tx1"/>
                </a:solidFill>
                <a:latin typeface="Arial" panose="020B0604020202020204" pitchFamily="34" charset="0"/>
              </a:defRPr>
            </a:lvl8pPr>
            <a:lvl9pPr eaLnBrk="0" fontAlgn="base" hangingPunct="0">
              <a:spcBef>
                <a:spcPct val="0"/>
              </a:spcBef>
              <a:spcAft>
                <a:spcPct val="0"/>
              </a:spcAft>
              <a:tabLst>
                <a:tab pos="9144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914400" algn="l"/>
              </a:tabLst>
            </a:pPr>
            <a:r>
              <a:rPr kumimoji="0" lang="en-US" altLang="en-US" sz="2400" b="1" i="0" u="sng"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4.3. User Account Component:</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914400" algn="l"/>
              </a:tabLst>
            </a:pPr>
            <a:r>
              <a:rPr kumimoji="0" lang="en-US" altLang="en-US" sz="24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4.3.1. </a:t>
            </a:r>
            <a:r>
              <a:rPr kumimoji="0" lang="en-US" altLang="en-US" sz="2400" b="1" i="0" u="sng"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Identification of Modules:</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914400" algn="l"/>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The modules identified in this component are:</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2" defTabSz="914400">
              <a:buFont typeface="Courier New" panose="02070309020205020404" pitchFamily="49" charset="0"/>
              <a:buChar char="o"/>
            </a:pPr>
            <a:r>
              <a:rPr kumimoji="0" lang="en-US" altLang="en-US" sz="20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User registration module</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2" defTabSz="914400">
              <a:buFont typeface="Courier New" panose="02070309020205020404" pitchFamily="49" charset="0"/>
              <a:buChar char="o"/>
            </a:pPr>
            <a:r>
              <a:rPr kumimoji="0" lang="en-US" altLang="en-US" sz="20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User login module</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914400" algn="l"/>
              </a:tabLst>
            </a:pPr>
            <a:r>
              <a:rPr kumimoji="0" lang="en-US" altLang="en-US" sz="24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4.3.2. </a:t>
            </a:r>
            <a:r>
              <a:rPr kumimoji="0" lang="en-US" altLang="en-US" sz="2400" b="1" i="0" u="sng"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Structure chart for User Account</a:t>
            </a:r>
            <a:r>
              <a:rPr kumimoji="0" lang="en-US" altLang="en-US" sz="2000" b="1" i="0" u="sng"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914400" algn="l"/>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3073" name="Picture 4">
            <a:extLst>
              <a:ext uri="{FF2B5EF4-FFF2-40B4-BE49-F238E27FC236}">
                <a16:creationId xmlns:a16="http://schemas.microsoft.com/office/drawing/2014/main" id="{ADB00E56-4978-45A5-91E7-ADDE48AC27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3708" y="3015088"/>
            <a:ext cx="7088782" cy="3026274"/>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920F581D-7E6B-4406-9730-09B6B842B027}"/>
              </a:ext>
            </a:extLst>
          </p:cNvPr>
          <p:cNvSpPr>
            <a:spLocks noChangeArrowheads="1"/>
          </p:cNvSpPr>
          <p:nvPr/>
        </p:nvSpPr>
        <p:spPr bwMode="auto">
          <a:xfrm>
            <a:off x="2603524" y="4652962"/>
            <a:ext cx="12192001"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6" name="Picture 5">
            <a:extLst>
              <a:ext uri="{FF2B5EF4-FFF2-40B4-BE49-F238E27FC236}">
                <a16:creationId xmlns:a16="http://schemas.microsoft.com/office/drawing/2014/main" id="{3BA8CEFD-C302-4574-B118-2C82353694B4}"/>
              </a:ext>
            </a:extLst>
          </p:cNvPr>
          <p:cNvPicPr/>
          <p:nvPr/>
        </p:nvPicPr>
        <p:blipFill>
          <a:blip r:embed="rId3"/>
          <a:stretch>
            <a:fillRect/>
          </a:stretch>
        </p:blipFill>
        <p:spPr>
          <a:xfrm>
            <a:off x="8189936" y="1647208"/>
            <a:ext cx="1019175" cy="12954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37016360"/>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701D452-CD9A-47E1-AF52-75BD9657A6B9}"/>
              </a:ext>
            </a:extLst>
          </p:cNvPr>
          <p:cNvSpPr>
            <a:spLocks noGrp="1"/>
          </p:cNvSpPr>
          <p:nvPr>
            <p:ph type="sldNum" sz="quarter" idx="12"/>
          </p:nvPr>
        </p:nvSpPr>
        <p:spPr>
          <a:xfrm>
            <a:off x="10807594" y="6406487"/>
            <a:ext cx="1235725" cy="365125"/>
          </a:xfrm>
        </p:spPr>
        <p:txBody>
          <a:bodyPr/>
          <a:lstStyle/>
          <a:p>
            <a:r>
              <a:rPr lang="en-IN" b="1" dirty="0">
                <a:solidFill>
                  <a:schemeClr val="tx1"/>
                </a:solidFill>
                <a:latin typeface="Times New Roman" panose="02020603050405020304" pitchFamily="18" charset="0"/>
                <a:cs typeface="Times New Roman" panose="02020603050405020304" pitchFamily="18" charset="0"/>
              </a:rPr>
              <a:t>PG NO: </a:t>
            </a:r>
            <a:fld id="{B54A08B0-5A9A-4946-919B-A6856108856E}" type="slidenum">
              <a:rPr lang="en-IN" smtClean="0">
                <a:solidFill>
                  <a:schemeClr val="tx1"/>
                </a:solidFill>
              </a:rPr>
              <a:t>44</a:t>
            </a:fld>
            <a:endParaRPr lang="en-IN" dirty="0">
              <a:solidFill>
                <a:schemeClr val="tx1"/>
              </a:solidFill>
            </a:endParaRPr>
          </a:p>
        </p:txBody>
      </p:sp>
      <p:sp>
        <p:nvSpPr>
          <p:cNvPr id="3" name="Rectangle 2">
            <a:extLst>
              <a:ext uri="{FF2B5EF4-FFF2-40B4-BE49-F238E27FC236}">
                <a16:creationId xmlns:a16="http://schemas.microsoft.com/office/drawing/2014/main" id="{F78D505E-EADC-4F57-B2F9-18D2235866D7}"/>
              </a:ext>
            </a:extLst>
          </p:cNvPr>
          <p:cNvSpPr>
            <a:spLocks noChangeArrowheads="1"/>
          </p:cNvSpPr>
          <p:nvPr/>
        </p:nvSpPr>
        <p:spPr bwMode="auto">
          <a:xfrm>
            <a:off x="368490" y="100942"/>
            <a:ext cx="9457898" cy="2739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3429000" algn="l"/>
              </a:tabLst>
              <a:defRPr>
                <a:solidFill>
                  <a:schemeClr val="tx1"/>
                </a:solidFill>
                <a:latin typeface="Arial" panose="020B0604020202020204" pitchFamily="34" charset="0"/>
              </a:defRPr>
            </a:lvl1pPr>
            <a:lvl2pPr eaLnBrk="0" fontAlgn="base" hangingPunct="0">
              <a:spcBef>
                <a:spcPct val="0"/>
              </a:spcBef>
              <a:spcAft>
                <a:spcPct val="0"/>
              </a:spcAft>
              <a:tabLst>
                <a:tab pos="3429000" algn="l"/>
              </a:tabLst>
              <a:defRPr>
                <a:solidFill>
                  <a:schemeClr val="tx1"/>
                </a:solidFill>
                <a:latin typeface="Arial" panose="020B0604020202020204" pitchFamily="34" charset="0"/>
              </a:defRPr>
            </a:lvl2pPr>
            <a:lvl3pPr eaLnBrk="0" fontAlgn="base" hangingPunct="0">
              <a:spcBef>
                <a:spcPct val="0"/>
              </a:spcBef>
              <a:spcAft>
                <a:spcPct val="0"/>
              </a:spcAft>
              <a:tabLst>
                <a:tab pos="3429000" algn="l"/>
              </a:tabLst>
              <a:defRPr>
                <a:solidFill>
                  <a:schemeClr val="tx1"/>
                </a:solidFill>
                <a:latin typeface="Arial" panose="020B0604020202020204" pitchFamily="34" charset="0"/>
              </a:defRPr>
            </a:lvl3pPr>
            <a:lvl4pPr eaLnBrk="0" fontAlgn="base" hangingPunct="0">
              <a:spcBef>
                <a:spcPct val="0"/>
              </a:spcBef>
              <a:spcAft>
                <a:spcPct val="0"/>
              </a:spcAft>
              <a:tabLst>
                <a:tab pos="3429000" algn="l"/>
              </a:tabLst>
              <a:defRPr>
                <a:solidFill>
                  <a:schemeClr val="tx1"/>
                </a:solidFill>
                <a:latin typeface="Arial" panose="020B0604020202020204" pitchFamily="34" charset="0"/>
              </a:defRPr>
            </a:lvl4pPr>
            <a:lvl5pPr eaLnBrk="0" fontAlgn="base" hangingPunct="0">
              <a:spcBef>
                <a:spcPct val="0"/>
              </a:spcBef>
              <a:spcAft>
                <a:spcPct val="0"/>
              </a:spcAft>
              <a:tabLst>
                <a:tab pos="3429000" algn="l"/>
              </a:tabLst>
              <a:defRPr>
                <a:solidFill>
                  <a:schemeClr val="tx1"/>
                </a:solidFill>
                <a:latin typeface="Arial" panose="020B0604020202020204" pitchFamily="34" charset="0"/>
              </a:defRPr>
            </a:lvl5pPr>
            <a:lvl6pPr eaLnBrk="0" fontAlgn="base" hangingPunct="0">
              <a:spcBef>
                <a:spcPct val="0"/>
              </a:spcBef>
              <a:spcAft>
                <a:spcPct val="0"/>
              </a:spcAft>
              <a:tabLst>
                <a:tab pos="3429000" algn="l"/>
              </a:tabLst>
              <a:defRPr>
                <a:solidFill>
                  <a:schemeClr val="tx1"/>
                </a:solidFill>
                <a:latin typeface="Arial" panose="020B0604020202020204" pitchFamily="34" charset="0"/>
              </a:defRPr>
            </a:lvl6pPr>
            <a:lvl7pPr eaLnBrk="0" fontAlgn="base" hangingPunct="0">
              <a:spcBef>
                <a:spcPct val="0"/>
              </a:spcBef>
              <a:spcAft>
                <a:spcPct val="0"/>
              </a:spcAft>
              <a:tabLst>
                <a:tab pos="3429000" algn="l"/>
              </a:tabLst>
              <a:defRPr>
                <a:solidFill>
                  <a:schemeClr val="tx1"/>
                </a:solidFill>
                <a:latin typeface="Arial" panose="020B0604020202020204" pitchFamily="34" charset="0"/>
              </a:defRPr>
            </a:lvl7pPr>
            <a:lvl8pPr eaLnBrk="0" fontAlgn="base" hangingPunct="0">
              <a:spcBef>
                <a:spcPct val="0"/>
              </a:spcBef>
              <a:spcAft>
                <a:spcPct val="0"/>
              </a:spcAft>
              <a:tabLst>
                <a:tab pos="3429000" algn="l"/>
              </a:tabLst>
              <a:defRPr>
                <a:solidFill>
                  <a:schemeClr val="tx1"/>
                </a:solidFill>
                <a:latin typeface="Arial" panose="020B0604020202020204" pitchFamily="34" charset="0"/>
              </a:defRPr>
            </a:lvl8pPr>
            <a:lvl9pPr eaLnBrk="0" fontAlgn="base" hangingPunct="0">
              <a:spcBef>
                <a:spcPct val="0"/>
              </a:spcBef>
              <a:spcAft>
                <a:spcPct val="0"/>
              </a:spcAft>
              <a:tabLst>
                <a:tab pos="34290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3429000" algn="l"/>
              </a:tabLst>
            </a:pPr>
            <a:r>
              <a:rPr kumimoji="0" lang="en-US" altLang="en-US" sz="2400" b="1" i="0" u="sng"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4.4. Vehicle Registration Component:</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3429000" algn="l"/>
              </a:tabLst>
            </a:pPr>
            <a:r>
              <a:rPr kumimoji="0" lang="en-US" altLang="en-US" sz="24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4.4.1. </a:t>
            </a:r>
            <a:r>
              <a:rPr kumimoji="0" lang="en-US" altLang="en-US" sz="2400" b="1" i="0" u="sng"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Identification of Modules:</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3429000" algn="l"/>
              </a:tabLst>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The modules identified in this component are:</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2" defTabSz="914400">
              <a:buFont typeface="Courier New" panose="02070309020205020404" pitchFamily="49" charset="0"/>
              <a:buChar char="o"/>
            </a:pPr>
            <a:r>
              <a:rPr kumimoji="0" lang="en-US" altLang="en-US" sz="20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Vehicle registration module</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2" defTabSz="914400">
              <a:buFont typeface="Courier New" panose="02070309020205020404" pitchFamily="49" charset="0"/>
              <a:buChar char="o"/>
            </a:pPr>
            <a:r>
              <a:rPr kumimoji="0" lang="en-US" altLang="en-US" sz="20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Vehicle transfer module</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3429000" algn="l"/>
              </a:tabLst>
            </a:pPr>
            <a:r>
              <a:rPr kumimoji="0" lang="en-US" altLang="en-US" sz="20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3429000" algn="l"/>
              </a:tabLst>
            </a:pPr>
            <a:r>
              <a:rPr kumimoji="0" lang="en-US" altLang="en-US" sz="20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24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4.4.2. </a:t>
            </a:r>
            <a:r>
              <a:rPr kumimoji="0" lang="en-US" altLang="en-US" sz="2400" b="1" i="0" u="sng"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Structure chart for Vehicle Registration:</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3429000" algn="l"/>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4097" name="Picture 3">
            <a:extLst>
              <a:ext uri="{FF2B5EF4-FFF2-40B4-BE49-F238E27FC236}">
                <a16:creationId xmlns:a16="http://schemas.microsoft.com/office/drawing/2014/main" id="{B7004DFF-28FA-4D31-86E6-4B2664854C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6543" y="3205278"/>
            <a:ext cx="7846866" cy="3201209"/>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714DBC68-EB13-4F16-9342-CFAD5FE624A6}"/>
              </a:ext>
            </a:extLst>
          </p:cNvPr>
          <p:cNvSpPr>
            <a:spLocks noChangeArrowheads="1"/>
          </p:cNvSpPr>
          <p:nvPr/>
        </p:nvSpPr>
        <p:spPr bwMode="auto">
          <a:xfrm>
            <a:off x="1494430" y="4806571"/>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6" name="Picture 5">
            <a:extLst>
              <a:ext uri="{FF2B5EF4-FFF2-40B4-BE49-F238E27FC236}">
                <a16:creationId xmlns:a16="http://schemas.microsoft.com/office/drawing/2014/main" id="{1D04D201-C7DA-4D3D-A86B-42050EB3C2CC}"/>
              </a:ext>
            </a:extLst>
          </p:cNvPr>
          <p:cNvPicPr/>
          <p:nvPr/>
        </p:nvPicPr>
        <p:blipFill>
          <a:blip r:embed="rId3"/>
          <a:stretch>
            <a:fillRect/>
          </a:stretch>
        </p:blipFill>
        <p:spPr>
          <a:xfrm>
            <a:off x="8108584" y="889522"/>
            <a:ext cx="1009650" cy="116205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53789704"/>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33AC4F9-8BF9-4268-85A4-314EE7550A26}"/>
              </a:ext>
            </a:extLst>
          </p:cNvPr>
          <p:cNvSpPr>
            <a:spLocks noGrp="1"/>
          </p:cNvSpPr>
          <p:nvPr>
            <p:ph type="sldNum" sz="quarter" idx="12"/>
          </p:nvPr>
        </p:nvSpPr>
        <p:spPr>
          <a:xfrm>
            <a:off x="11001767" y="6409344"/>
            <a:ext cx="1190233" cy="365125"/>
          </a:xfrm>
        </p:spPr>
        <p:txBody>
          <a:bodyPr/>
          <a:lstStyle/>
          <a:p>
            <a:r>
              <a:rPr lang="en-IN" b="1" dirty="0">
                <a:solidFill>
                  <a:schemeClr val="tx1"/>
                </a:solidFill>
                <a:latin typeface="Times New Roman" panose="02020603050405020304" pitchFamily="18" charset="0"/>
                <a:cs typeface="Times New Roman" panose="02020603050405020304" pitchFamily="18" charset="0"/>
              </a:rPr>
              <a:t>PG NO: </a:t>
            </a:r>
            <a:fld id="{B54A08B0-5A9A-4946-919B-A6856108856E}" type="slidenum">
              <a:rPr lang="en-IN" smtClean="0">
                <a:solidFill>
                  <a:schemeClr val="tx1"/>
                </a:solidFill>
              </a:rPr>
              <a:t>45</a:t>
            </a:fld>
            <a:endParaRPr lang="en-IN" dirty="0">
              <a:solidFill>
                <a:schemeClr val="tx1"/>
              </a:solidFill>
            </a:endParaRPr>
          </a:p>
        </p:txBody>
      </p:sp>
      <p:sp>
        <p:nvSpPr>
          <p:cNvPr id="3" name="Rectangle 2">
            <a:extLst>
              <a:ext uri="{FF2B5EF4-FFF2-40B4-BE49-F238E27FC236}">
                <a16:creationId xmlns:a16="http://schemas.microsoft.com/office/drawing/2014/main" id="{59A7BB72-76DC-41D0-BBF7-A4D5664DA7D8}"/>
              </a:ext>
            </a:extLst>
          </p:cNvPr>
          <p:cNvSpPr>
            <a:spLocks noChangeArrowheads="1"/>
          </p:cNvSpPr>
          <p:nvPr/>
        </p:nvSpPr>
        <p:spPr bwMode="auto">
          <a:xfrm>
            <a:off x="228600" y="83531"/>
            <a:ext cx="7419723"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914400" algn="l"/>
              </a:tabLst>
              <a:defRPr>
                <a:solidFill>
                  <a:schemeClr val="tx1"/>
                </a:solidFill>
                <a:latin typeface="Arial" panose="020B0604020202020204" pitchFamily="34" charset="0"/>
              </a:defRPr>
            </a:lvl1pPr>
            <a:lvl2pPr eaLnBrk="0" fontAlgn="base" hangingPunct="0">
              <a:spcBef>
                <a:spcPct val="0"/>
              </a:spcBef>
              <a:spcAft>
                <a:spcPct val="0"/>
              </a:spcAft>
              <a:tabLst>
                <a:tab pos="914400" algn="l"/>
              </a:tabLst>
              <a:defRPr>
                <a:solidFill>
                  <a:schemeClr val="tx1"/>
                </a:solidFill>
                <a:latin typeface="Arial" panose="020B0604020202020204" pitchFamily="34" charset="0"/>
              </a:defRPr>
            </a:lvl2pPr>
            <a:lvl3pPr eaLnBrk="0" fontAlgn="base" hangingPunct="0">
              <a:spcBef>
                <a:spcPct val="0"/>
              </a:spcBef>
              <a:spcAft>
                <a:spcPct val="0"/>
              </a:spcAft>
              <a:tabLst>
                <a:tab pos="914400" algn="l"/>
              </a:tabLst>
              <a:defRPr>
                <a:solidFill>
                  <a:schemeClr val="tx1"/>
                </a:solidFill>
                <a:latin typeface="Arial" panose="020B0604020202020204" pitchFamily="34" charset="0"/>
              </a:defRPr>
            </a:lvl3pPr>
            <a:lvl4pPr eaLnBrk="0" fontAlgn="base" hangingPunct="0">
              <a:spcBef>
                <a:spcPct val="0"/>
              </a:spcBef>
              <a:spcAft>
                <a:spcPct val="0"/>
              </a:spcAft>
              <a:tabLst>
                <a:tab pos="914400" algn="l"/>
              </a:tabLst>
              <a:defRPr>
                <a:solidFill>
                  <a:schemeClr val="tx1"/>
                </a:solidFill>
                <a:latin typeface="Arial" panose="020B0604020202020204" pitchFamily="34" charset="0"/>
              </a:defRPr>
            </a:lvl4pPr>
            <a:lvl5pPr eaLnBrk="0" fontAlgn="base" hangingPunct="0">
              <a:spcBef>
                <a:spcPct val="0"/>
              </a:spcBef>
              <a:spcAft>
                <a:spcPct val="0"/>
              </a:spcAft>
              <a:tabLst>
                <a:tab pos="914400" algn="l"/>
              </a:tabLst>
              <a:defRPr>
                <a:solidFill>
                  <a:schemeClr val="tx1"/>
                </a:solidFill>
                <a:latin typeface="Arial" panose="020B0604020202020204" pitchFamily="34" charset="0"/>
              </a:defRPr>
            </a:lvl5pPr>
            <a:lvl6pPr eaLnBrk="0" fontAlgn="base" hangingPunct="0">
              <a:spcBef>
                <a:spcPct val="0"/>
              </a:spcBef>
              <a:spcAft>
                <a:spcPct val="0"/>
              </a:spcAft>
              <a:tabLst>
                <a:tab pos="914400" algn="l"/>
              </a:tabLst>
              <a:defRPr>
                <a:solidFill>
                  <a:schemeClr val="tx1"/>
                </a:solidFill>
                <a:latin typeface="Arial" panose="020B0604020202020204" pitchFamily="34" charset="0"/>
              </a:defRPr>
            </a:lvl6pPr>
            <a:lvl7pPr eaLnBrk="0" fontAlgn="base" hangingPunct="0">
              <a:spcBef>
                <a:spcPct val="0"/>
              </a:spcBef>
              <a:spcAft>
                <a:spcPct val="0"/>
              </a:spcAft>
              <a:tabLst>
                <a:tab pos="914400" algn="l"/>
              </a:tabLst>
              <a:defRPr>
                <a:solidFill>
                  <a:schemeClr val="tx1"/>
                </a:solidFill>
                <a:latin typeface="Arial" panose="020B0604020202020204" pitchFamily="34" charset="0"/>
              </a:defRPr>
            </a:lvl7pPr>
            <a:lvl8pPr eaLnBrk="0" fontAlgn="base" hangingPunct="0">
              <a:spcBef>
                <a:spcPct val="0"/>
              </a:spcBef>
              <a:spcAft>
                <a:spcPct val="0"/>
              </a:spcAft>
              <a:tabLst>
                <a:tab pos="914400" algn="l"/>
              </a:tabLst>
              <a:defRPr>
                <a:solidFill>
                  <a:schemeClr val="tx1"/>
                </a:solidFill>
                <a:latin typeface="Arial" panose="020B0604020202020204" pitchFamily="34" charset="0"/>
              </a:defRPr>
            </a:lvl8pPr>
            <a:lvl9pPr eaLnBrk="0" fontAlgn="base" hangingPunct="0">
              <a:spcBef>
                <a:spcPct val="0"/>
              </a:spcBef>
              <a:spcAft>
                <a:spcPct val="0"/>
              </a:spcAft>
              <a:tabLst>
                <a:tab pos="9144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914400" algn="l"/>
              </a:tabLst>
            </a:pPr>
            <a:r>
              <a:rPr kumimoji="0" lang="en-US" altLang="en-US" sz="24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4.5</a:t>
            </a:r>
            <a:r>
              <a:rPr kumimoji="0" lang="en-US" altLang="en-US" sz="2400" b="1" i="0" u="sng"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Online License Application Component:</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914400" algn="l"/>
              </a:tabLst>
            </a:pPr>
            <a:r>
              <a:rPr kumimoji="0" lang="en-US" altLang="en-US" sz="24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4.5.1. </a:t>
            </a:r>
            <a:r>
              <a:rPr kumimoji="0" lang="en-US" altLang="en-US" sz="2400" b="1" i="0" u="sng"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Identification of Modules:</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914400" algn="l"/>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The modules identified in this component are:</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2" defTabSz="914400">
              <a:buFont typeface="Courier New" panose="02070309020205020404" pitchFamily="49" charset="0"/>
              <a:buChar char="o"/>
            </a:pPr>
            <a:r>
              <a:rPr kumimoji="0" lang="en-US" altLang="en-US" sz="20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Learner license module</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2" defTabSz="914400">
              <a:buFont typeface="Courier New" panose="02070309020205020404" pitchFamily="49" charset="0"/>
              <a:buChar char="o"/>
            </a:pPr>
            <a:r>
              <a:rPr kumimoji="0" lang="en-US" altLang="en-US" sz="20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Permanent license module</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2" defTabSz="914400">
              <a:buFont typeface="Courier New" panose="02070309020205020404" pitchFamily="49" charset="0"/>
              <a:buChar char="o"/>
            </a:pPr>
            <a:r>
              <a:rPr kumimoji="0" lang="en-US" altLang="en-US" sz="20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Address modification module</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2" defTabSz="914400">
              <a:buFont typeface="Courier New" panose="02070309020205020404" pitchFamily="49" charset="0"/>
              <a:buChar char="o"/>
            </a:pPr>
            <a:r>
              <a:rPr kumimoji="0" lang="en-US" altLang="en-US" sz="20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License renewal module</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914400" algn="l"/>
              </a:tabLst>
            </a:pPr>
            <a:r>
              <a:rPr kumimoji="0" lang="en-US" altLang="en-US" sz="24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4.5.2. </a:t>
            </a:r>
            <a:r>
              <a:rPr kumimoji="0" lang="en-US" altLang="en-US" sz="2400" b="1" i="0" u="sng"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Structure chart for Online License Application:</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914400" algn="l"/>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5121" name="Picture 5">
            <a:extLst>
              <a:ext uri="{FF2B5EF4-FFF2-40B4-BE49-F238E27FC236}">
                <a16:creationId xmlns:a16="http://schemas.microsoft.com/office/drawing/2014/main" id="{098E85D5-0A54-4B66-8AD8-28C0AB8BE9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6439" y="3130519"/>
            <a:ext cx="8196618" cy="364395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FF683112-4EBB-441C-8EA4-A48DF9EA41B6}"/>
              </a:ext>
            </a:extLst>
          </p:cNvPr>
          <p:cNvSpPr>
            <a:spLocks noChangeArrowheads="1"/>
          </p:cNvSpPr>
          <p:nvPr/>
        </p:nvSpPr>
        <p:spPr bwMode="auto">
          <a:xfrm>
            <a:off x="228600" y="37147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6" name="Picture 5">
            <a:extLst>
              <a:ext uri="{FF2B5EF4-FFF2-40B4-BE49-F238E27FC236}">
                <a16:creationId xmlns:a16="http://schemas.microsoft.com/office/drawing/2014/main" id="{39157A0D-7626-4B18-A105-310E0E633407}"/>
              </a:ext>
            </a:extLst>
          </p:cNvPr>
          <p:cNvPicPr/>
          <p:nvPr/>
        </p:nvPicPr>
        <p:blipFill>
          <a:blip r:embed="rId3"/>
          <a:stretch>
            <a:fillRect/>
          </a:stretch>
        </p:blipFill>
        <p:spPr>
          <a:xfrm>
            <a:off x="7866102" y="655032"/>
            <a:ext cx="1019175" cy="12954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69430720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B5F3B1F-6F14-46CF-B16F-44739B035D06}"/>
              </a:ext>
            </a:extLst>
          </p:cNvPr>
          <p:cNvSpPr>
            <a:spLocks noGrp="1"/>
          </p:cNvSpPr>
          <p:nvPr>
            <p:ph type="sldNum" sz="quarter" idx="12"/>
          </p:nvPr>
        </p:nvSpPr>
        <p:spPr/>
        <p:txBody>
          <a:bodyPr/>
          <a:lstStyle/>
          <a:p>
            <a:fld id="{B54A08B0-5A9A-4946-919B-A6856108856E}" type="slidenum">
              <a:rPr lang="en-IN" smtClean="0"/>
              <a:t>46</a:t>
            </a:fld>
            <a:endParaRPr lang="en-IN"/>
          </a:p>
        </p:txBody>
      </p:sp>
      <p:sp>
        <p:nvSpPr>
          <p:cNvPr id="3" name="Rectangle 2">
            <a:extLst>
              <a:ext uri="{FF2B5EF4-FFF2-40B4-BE49-F238E27FC236}">
                <a16:creationId xmlns:a16="http://schemas.microsoft.com/office/drawing/2014/main" id="{F81F13FC-9E9D-4FD3-907C-95AD7C577597}"/>
              </a:ext>
            </a:extLst>
          </p:cNvPr>
          <p:cNvSpPr>
            <a:spLocks noChangeArrowheads="1"/>
          </p:cNvSpPr>
          <p:nvPr/>
        </p:nvSpPr>
        <p:spPr bwMode="auto">
          <a:xfrm>
            <a:off x="532263" y="227535"/>
            <a:ext cx="8058400" cy="24314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3457575" algn="l"/>
              </a:tabLst>
              <a:defRPr>
                <a:solidFill>
                  <a:schemeClr val="tx1"/>
                </a:solidFill>
                <a:latin typeface="Arial" panose="020B0604020202020204" pitchFamily="34" charset="0"/>
              </a:defRPr>
            </a:lvl1pPr>
            <a:lvl2pPr eaLnBrk="0" fontAlgn="base" hangingPunct="0">
              <a:spcBef>
                <a:spcPct val="0"/>
              </a:spcBef>
              <a:spcAft>
                <a:spcPct val="0"/>
              </a:spcAft>
              <a:tabLst>
                <a:tab pos="3457575" algn="l"/>
              </a:tabLst>
              <a:defRPr>
                <a:solidFill>
                  <a:schemeClr val="tx1"/>
                </a:solidFill>
                <a:latin typeface="Arial" panose="020B0604020202020204" pitchFamily="34" charset="0"/>
              </a:defRPr>
            </a:lvl2pPr>
            <a:lvl3pPr eaLnBrk="0" fontAlgn="base" hangingPunct="0">
              <a:spcBef>
                <a:spcPct val="0"/>
              </a:spcBef>
              <a:spcAft>
                <a:spcPct val="0"/>
              </a:spcAft>
              <a:tabLst>
                <a:tab pos="3457575" algn="l"/>
              </a:tabLst>
              <a:defRPr>
                <a:solidFill>
                  <a:schemeClr val="tx1"/>
                </a:solidFill>
                <a:latin typeface="Arial" panose="020B0604020202020204" pitchFamily="34" charset="0"/>
              </a:defRPr>
            </a:lvl3pPr>
            <a:lvl4pPr eaLnBrk="0" fontAlgn="base" hangingPunct="0">
              <a:spcBef>
                <a:spcPct val="0"/>
              </a:spcBef>
              <a:spcAft>
                <a:spcPct val="0"/>
              </a:spcAft>
              <a:tabLst>
                <a:tab pos="3457575" algn="l"/>
              </a:tabLst>
              <a:defRPr>
                <a:solidFill>
                  <a:schemeClr val="tx1"/>
                </a:solidFill>
                <a:latin typeface="Arial" panose="020B0604020202020204" pitchFamily="34" charset="0"/>
              </a:defRPr>
            </a:lvl4pPr>
            <a:lvl5pPr eaLnBrk="0" fontAlgn="base" hangingPunct="0">
              <a:spcBef>
                <a:spcPct val="0"/>
              </a:spcBef>
              <a:spcAft>
                <a:spcPct val="0"/>
              </a:spcAft>
              <a:tabLst>
                <a:tab pos="3457575" algn="l"/>
              </a:tabLst>
              <a:defRPr>
                <a:solidFill>
                  <a:schemeClr val="tx1"/>
                </a:solidFill>
                <a:latin typeface="Arial" panose="020B0604020202020204" pitchFamily="34" charset="0"/>
              </a:defRPr>
            </a:lvl5pPr>
            <a:lvl6pPr eaLnBrk="0" fontAlgn="base" hangingPunct="0">
              <a:spcBef>
                <a:spcPct val="0"/>
              </a:spcBef>
              <a:spcAft>
                <a:spcPct val="0"/>
              </a:spcAft>
              <a:tabLst>
                <a:tab pos="3457575" algn="l"/>
              </a:tabLst>
              <a:defRPr>
                <a:solidFill>
                  <a:schemeClr val="tx1"/>
                </a:solidFill>
                <a:latin typeface="Arial" panose="020B0604020202020204" pitchFamily="34" charset="0"/>
              </a:defRPr>
            </a:lvl6pPr>
            <a:lvl7pPr eaLnBrk="0" fontAlgn="base" hangingPunct="0">
              <a:spcBef>
                <a:spcPct val="0"/>
              </a:spcBef>
              <a:spcAft>
                <a:spcPct val="0"/>
              </a:spcAft>
              <a:tabLst>
                <a:tab pos="3457575" algn="l"/>
              </a:tabLst>
              <a:defRPr>
                <a:solidFill>
                  <a:schemeClr val="tx1"/>
                </a:solidFill>
                <a:latin typeface="Arial" panose="020B0604020202020204" pitchFamily="34" charset="0"/>
              </a:defRPr>
            </a:lvl7pPr>
            <a:lvl8pPr eaLnBrk="0" fontAlgn="base" hangingPunct="0">
              <a:spcBef>
                <a:spcPct val="0"/>
              </a:spcBef>
              <a:spcAft>
                <a:spcPct val="0"/>
              </a:spcAft>
              <a:tabLst>
                <a:tab pos="3457575" algn="l"/>
              </a:tabLst>
              <a:defRPr>
                <a:solidFill>
                  <a:schemeClr val="tx1"/>
                </a:solidFill>
                <a:latin typeface="Arial" panose="020B0604020202020204" pitchFamily="34" charset="0"/>
              </a:defRPr>
            </a:lvl8pPr>
            <a:lvl9pPr eaLnBrk="0" fontAlgn="base" hangingPunct="0">
              <a:spcBef>
                <a:spcPct val="0"/>
              </a:spcBef>
              <a:spcAft>
                <a:spcPct val="0"/>
              </a:spcAft>
              <a:tabLst>
                <a:tab pos="3457575"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3457575" algn="l"/>
              </a:tabLst>
            </a:pPr>
            <a:r>
              <a:rPr kumimoji="0" lang="en-US" altLang="en-US" sz="24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4.6. </a:t>
            </a:r>
            <a:r>
              <a:rPr kumimoji="0" lang="en-US" altLang="en-US" sz="2400" b="1" i="0" u="sng"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Branch Component:</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3457575" algn="l"/>
              </a:tabLst>
            </a:pPr>
            <a:r>
              <a:rPr kumimoji="0" lang="en-US" altLang="en-US" sz="24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4.6.1. </a:t>
            </a:r>
            <a:r>
              <a:rPr kumimoji="0" lang="en-US" altLang="en-US" sz="2400" b="1" i="0" u="sng"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Identification of Modules:</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3457575" algn="l"/>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The modules identified in this component are:</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2" defTabSz="914400">
              <a:buFont typeface="Courier New" panose="02070309020205020404" pitchFamily="49" charset="0"/>
              <a:buChar char="o"/>
            </a:pPr>
            <a:r>
              <a:rPr kumimoji="0" lang="en-US" altLang="en-US" sz="20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Add branch</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2" defTabSz="914400">
              <a:buFont typeface="Courier New" panose="02070309020205020404" pitchFamily="49" charset="0"/>
              <a:buChar char="o"/>
            </a:pPr>
            <a:r>
              <a:rPr kumimoji="0" lang="en-US" altLang="en-US" sz="20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View branch</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3457575" algn="l"/>
              </a:tabLst>
            </a:pPr>
            <a:r>
              <a:rPr kumimoji="0" lang="en-US" altLang="en-US" sz="24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4.6.2. </a:t>
            </a:r>
            <a:r>
              <a:rPr kumimoji="0" lang="en-US" altLang="en-US" sz="2400" b="1" i="0" u="sng"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Structure chart for Branch:</a:t>
            </a:r>
            <a:r>
              <a:rPr kumimoji="0" lang="en-US" altLang="en-US" sz="20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3457575" algn="l"/>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6145" name="Picture 6">
            <a:extLst>
              <a:ext uri="{FF2B5EF4-FFF2-40B4-BE49-F238E27FC236}">
                <a16:creationId xmlns:a16="http://schemas.microsoft.com/office/drawing/2014/main" id="{62F61C1F-6EDE-489E-9722-A1A83D26D0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5984" y="2755993"/>
            <a:ext cx="8618029" cy="3650494"/>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C549539E-3E00-4B0E-848B-E77FCE566E44}"/>
              </a:ext>
            </a:extLst>
          </p:cNvPr>
          <p:cNvSpPr>
            <a:spLocks noChangeArrowheads="1"/>
          </p:cNvSpPr>
          <p:nvPr/>
        </p:nvSpPr>
        <p:spPr bwMode="auto">
          <a:xfrm>
            <a:off x="-1637731" y="3970431"/>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5" name="Rectangle 4">
            <a:extLst>
              <a:ext uri="{FF2B5EF4-FFF2-40B4-BE49-F238E27FC236}">
                <a16:creationId xmlns:a16="http://schemas.microsoft.com/office/drawing/2014/main" id="{A27CC9E3-581B-45C8-8608-62F2D25B4FA3}"/>
              </a:ext>
            </a:extLst>
          </p:cNvPr>
          <p:cNvSpPr/>
          <p:nvPr/>
        </p:nvSpPr>
        <p:spPr>
          <a:xfrm>
            <a:off x="11196940" y="6594278"/>
            <a:ext cx="849913" cy="261610"/>
          </a:xfrm>
          <a:prstGeom prst="rect">
            <a:avLst/>
          </a:prstGeom>
        </p:spPr>
        <p:txBody>
          <a:bodyPr wrap="none">
            <a:spAutoFit/>
          </a:bodyPr>
          <a:lstStyle/>
          <a:p>
            <a:r>
              <a:rPr lang="en-IN" sz="1100" b="1" dirty="0">
                <a:solidFill>
                  <a:schemeClr val="tx1">
                    <a:lumMod val="95000"/>
                    <a:lumOff val="5000"/>
                  </a:schemeClr>
                </a:solidFill>
                <a:latin typeface="Times New Roman" panose="02020603050405020304" pitchFamily="18" charset="0"/>
                <a:cs typeface="Times New Roman" panose="02020603050405020304" pitchFamily="18" charset="0"/>
              </a:rPr>
              <a:t>PG NO: 25</a:t>
            </a:r>
            <a:endParaRPr lang="en-IN" sz="1100" dirty="0"/>
          </a:p>
        </p:txBody>
      </p:sp>
      <p:pic>
        <p:nvPicPr>
          <p:cNvPr id="7" name="Picture 6">
            <a:extLst>
              <a:ext uri="{FF2B5EF4-FFF2-40B4-BE49-F238E27FC236}">
                <a16:creationId xmlns:a16="http://schemas.microsoft.com/office/drawing/2014/main" id="{322BEAD9-1872-4BD2-8E1A-8E9B75542A70}"/>
              </a:ext>
            </a:extLst>
          </p:cNvPr>
          <p:cNvPicPr/>
          <p:nvPr/>
        </p:nvPicPr>
        <p:blipFill>
          <a:blip r:embed="rId3"/>
          <a:stretch>
            <a:fillRect/>
          </a:stretch>
        </p:blipFill>
        <p:spPr>
          <a:xfrm>
            <a:off x="7775494" y="938213"/>
            <a:ext cx="1009650" cy="116205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627392195"/>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59252B7-C150-435E-AD31-25DB50C22424}"/>
              </a:ext>
            </a:extLst>
          </p:cNvPr>
          <p:cNvSpPr>
            <a:spLocks noGrp="1"/>
          </p:cNvSpPr>
          <p:nvPr>
            <p:ph type="sldNum" sz="quarter" idx="12"/>
          </p:nvPr>
        </p:nvSpPr>
        <p:spPr>
          <a:xfrm>
            <a:off x="10946881" y="6384017"/>
            <a:ext cx="894531" cy="365125"/>
          </a:xfrm>
        </p:spPr>
        <p:txBody>
          <a:bodyPr/>
          <a:lstStyle/>
          <a:p>
            <a:r>
              <a:rPr lang="en-IN" b="1" dirty="0">
                <a:solidFill>
                  <a:schemeClr val="tx1"/>
                </a:solidFill>
                <a:latin typeface="Times New Roman" panose="02020603050405020304" pitchFamily="18" charset="0"/>
                <a:cs typeface="Times New Roman" panose="02020603050405020304" pitchFamily="18" charset="0"/>
              </a:rPr>
              <a:t>PG NO: </a:t>
            </a:r>
            <a:fld id="{B54A08B0-5A9A-4946-919B-A6856108856E}" type="slidenum">
              <a:rPr lang="en-IN" smtClean="0">
                <a:solidFill>
                  <a:schemeClr val="tx1"/>
                </a:solidFill>
              </a:rPr>
              <a:t>47</a:t>
            </a:fld>
            <a:endParaRPr lang="en-IN" dirty="0">
              <a:solidFill>
                <a:schemeClr val="tx1"/>
              </a:solidFill>
            </a:endParaRPr>
          </a:p>
        </p:txBody>
      </p:sp>
      <p:sp>
        <p:nvSpPr>
          <p:cNvPr id="3" name="Rectangle 2">
            <a:extLst>
              <a:ext uri="{FF2B5EF4-FFF2-40B4-BE49-F238E27FC236}">
                <a16:creationId xmlns:a16="http://schemas.microsoft.com/office/drawing/2014/main" id="{D3F8D8B6-5396-46B6-B77B-41C4186F4DCF}"/>
              </a:ext>
            </a:extLst>
          </p:cNvPr>
          <p:cNvSpPr>
            <a:spLocks noChangeArrowheads="1"/>
          </p:cNvSpPr>
          <p:nvPr/>
        </p:nvSpPr>
        <p:spPr bwMode="auto">
          <a:xfrm>
            <a:off x="0" y="108856"/>
            <a:ext cx="7692571" cy="36625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457200" eaLnBrk="0" fontAlgn="base" hangingPunct="0">
              <a:spcBef>
                <a:spcPct val="0"/>
              </a:spcBef>
              <a:spcAft>
                <a:spcPct val="0"/>
              </a:spcAft>
              <a:tabLst>
                <a:tab pos="1828800" algn="l"/>
              </a:tabLst>
              <a:defRPr>
                <a:solidFill>
                  <a:schemeClr val="tx1"/>
                </a:solidFill>
                <a:latin typeface="Arial" panose="020B0604020202020204" pitchFamily="34" charset="0"/>
              </a:defRPr>
            </a:lvl1pPr>
            <a:lvl2pPr eaLnBrk="0" fontAlgn="base" hangingPunct="0">
              <a:spcBef>
                <a:spcPct val="0"/>
              </a:spcBef>
              <a:spcAft>
                <a:spcPct val="0"/>
              </a:spcAft>
              <a:tabLst>
                <a:tab pos="1828800" algn="l"/>
              </a:tabLst>
              <a:defRPr>
                <a:solidFill>
                  <a:schemeClr val="tx1"/>
                </a:solidFill>
                <a:latin typeface="Arial" panose="020B0604020202020204" pitchFamily="34" charset="0"/>
              </a:defRPr>
            </a:lvl2pPr>
            <a:lvl3pPr eaLnBrk="0" fontAlgn="base" hangingPunct="0">
              <a:spcBef>
                <a:spcPct val="0"/>
              </a:spcBef>
              <a:spcAft>
                <a:spcPct val="0"/>
              </a:spcAft>
              <a:tabLst>
                <a:tab pos="1828800" algn="l"/>
              </a:tabLst>
              <a:defRPr>
                <a:solidFill>
                  <a:schemeClr val="tx1"/>
                </a:solidFill>
                <a:latin typeface="Arial" panose="020B0604020202020204" pitchFamily="34" charset="0"/>
              </a:defRPr>
            </a:lvl3pPr>
            <a:lvl4pPr eaLnBrk="0" fontAlgn="base" hangingPunct="0">
              <a:spcBef>
                <a:spcPct val="0"/>
              </a:spcBef>
              <a:spcAft>
                <a:spcPct val="0"/>
              </a:spcAft>
              <a:tabLst>
                <a:tab pos="1828800" algn="l"/>
              </a:tabLst>
              <a:defRPr>
                <a:solidFill>
                  <a:schemeClr val="tx1"/>
                </a:solidFill>
                <a:latin typeface="Arial" panose="020B0604020202020204" pitchFamily="34" charset="0"/>
              </a:defRPr>
            </a:lvl4pPr>
            <a:lvl5pPr eaLnBrk="0" fontAlgn="base" hangingPunct="0">
              <a:spcBef>
                <a:spcPct val="0"/>
              </a:spcBef>
              <a:spcAft>
                <a:spcPct val="0"/>
              </a:spcAft>
              <a:tabLst>
                <a:tab pos="1828800" algn="l"/>
              </a:tabLst>
              <a:defRPr>
                <a:solidFill>
                  <a:schemeClr val="tx1"/>
                </a:solidFill>
                <a:latin typeface="Arial" panose="020B0604020202020204" pitchFamily="34" charset="0"/>
              </a:defRPr>
            </a:lvl5pPr>
            <a:lvl6pPr eaLnBrk="0" fontAlgn="base" hangingPunct="0">
              <a:spcBef>
                <a:spcPct val="0"/>
              </a:spcBef>
              <a:spcAft>
                <a:spcPct val="0"/>
              </a:spcAft>
              <a:tabLst>
                <a:tab pos="1828800" algn="l"/>
              </a:tabLst>
              <a:defRPr>
                <a:solidFill>
                  <a:schemeClr val="tx1"/>
                </a:solidFill>
                <a:latin typeface="Arial" panose="020B0604020202020204" pitchFamily="34" charset="0"/>
              </a:defRPr>
            </a:lvl6pPr>
            <a:lvl7pPr eaLnBrk="0" fontAlgn="base" hangingPunct="0">
              <a:spcBef>
                <a:spcPct val="0"/>
              </a:spcBef>
              <a:spcAft>
                <a:spcPct val="0"/>
              </a:spcAft>
              <a:tabLst>
                <a:tab pos="1828800" algn="l"/>
              </a:tabLst>
              <a:defRPr>
                <a:solidFill>
                  <a:schemeClr val="tx1"/>
                </a:solidFill>
                <a:latin typeface="Arial" panose="020B0604020202020204" pitchFamily="34" charset="0"/>
              </a:defRPr>
            </a:lvl7pPr>
            <a:lvl8pPr eaLnBrk="0" fontAlgn="base" hangingPunct="0">
              <a:spcBef>
                <a:spcPct val="0"/>
              </a:spcBef>
              <a:spcAft>
                <a:spcPct val="0"/>
              </a:spcAft>
              <a:tabLst>
                <a:tab pos="1828800" algn="l"/>
              </a:tabLst>
              <a:defRPr>
                <a:solidFill>
                  <a:schemeClr val="tx1"/>
                </a:solidFill>
                <a:latin typeface="Arial" panose="020B0604020202020204" pitchFamily="34" charset="0"/>
              </a:defRPr>
            </a:lvl8pPr>
            <a:lvl9pPr eaLnBrk="0" fontAlgn="base" hangingPunct="0">
              <a:spcBef>
                <a:spcPct val="0"/>
              </a:spcBef>
              <a:spcAft>
                <a:spcPct val="0"/>
              </a:spcAft>
              <a:tabLst>
                <a:tab pos="1828800" algn="l"/>
              </a:tabLst>
              <a:defRPr>
                <a:solidFill>
                  <a:schemeClr val="tx1"/>
                </a:solidFill>
                <a:latin typeface="Arial" panose="020B0604020202020204" pitchFamily="34" charset="0"/>
              </a:defRPr>
            </a:lvl9pPr>
          </a:lstStyle>
          <a:p>
            <a:pPr marL="0" marR="0" lvl="0" indent="457200" algn="l" defTabSz="914400" rtl="0" eaLnBrk="0" fontAlgn="base" latinLnBrk="0" hangingPunct="0">
              <a:lnSpc>
                <a:spcPct val="100000"/>
              </a:lnSpc>
              <a:spcBef>
                <a:spcPct val="0"/>
              </a:spcBef>
              <a:spcAft>
                <a:spcPct val="0"/>
              </a:spcAft>
              <a:buClrTx/>
              <a:buSzTx/>
              <a:buFontTx/>
              <a:buNone/>
              <a:tabLst>
                <a:tab pos="1828800" algn="l"/>
              </a:tabLst>
            </a:pPr>
            <a:r>
              <a:rPr kumimoji="0" lang="en-US" altLang="en-US" sz="24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4.7</a:t>
            </a:r>
            <a:r>
              <a:rPr kumimoji="0" lang="en-US" altLang="en-US" sz="2400" b="1" i="0" u="sng"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Report Component:</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457200" algn="l" defTabSz="914400" rtl="0" eaLnBrk="0" fontAlgn="base" latinLnBrk="0" hangingPunct="0">
              <a:lnSpc>
                <a:spcPct val="100000"/>
              </a:lnSpc>
              <a:spcBef>
                <a:spcPct val="0"/>
              </a:spcBef>
              <a:spcAft>
                <a:spcPct val="0"/>
              </a:spcAft>
              <a:buClrTx/>
              <a:buSzTx/>
              <a:buFontTx/>
              <a:buNone/>
              <a:tabLst>
                <a:tab pos="1828800" algn="l"/>
              </a:tabLst>
            </a:pPr>
            <a:r>
              <a:rPr kumimoji="0" lang="en-US" altLang="en-US" sz="24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4.7.1. </a:t>
            </a:r>
            <a:r>
              <a:rPr kumimoji="0" lang="en-US" altLang="en-US" sz="2400" b="1" i="0" u="sng"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Identification of Modules</a:t>
            </a:r>
            <a:r>
              <a:rPr kumimoji="0" lang="en-US" altLang="en-US" sz="24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kumimoji="0" lang="en-US" altLang="en-US" sz="20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457200" algn="l" defTabSz="914400" rtl="0" eaLnBrk="0" fontAlgn="base" latinLnBrk="0" hangingPunct="0">
              <a:lnSpc>
                <a:spcPct val="100000"/>
              </a:lnSpc>
              <a:spcBef>
                <a:spcPct val="0"/>
              </a:spcBef>
              <a:spcAft>
                <a:spcPct val="0"/>
              </a:spcAft>
              <a:buClrTx/>
              <a:buSzTx/>
              <a:buFontTx/>
              <a:buNone/>
              <a:tabLst>
                <a:tab pos="1828800" algn="l"/>
              </a:tabLst>
            </a:pPr>
            <a:r>
              <a:rPr lang="en-US" altLang="en-US" sz="2000" dirty="0">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The modules identified in this component are:</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1371600" marR="0" lvl="3" indent="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tab pos="1828800" algn="l"/>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Registration report</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1371600" marR="0" lvl="3" indent="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tab pos="1828800" algn="l"/>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Vehicle registration report</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1371600" marR="0" lvl="3" indent="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tab pos="1828800" algn="l"/>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Learner license report</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1371600" marR="0" lvl="3" indent="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tab pos="1828800" algn="l"/>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Permanent license report</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1371600" marR="0" lvl="3" indent="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tab pos="1828800" algn="l"/>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Address modification report</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1371600" marR="0" lvl="3" indent="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tab pos="1828800" algn="l"/>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License renewal report</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457200" algn="l" defTabSz="914400" rtl="0" eaLnBrk="0" fontAlgn="base" latinLnBrk="0" hangingPunct="0">
              <a:lnSpc>
                <a:spcPct val="100000"/>
              </a:lnSpc>
              <a:spcBef>
                <a:spcPct val="0"/>
              </a:spcBef>
              <a:spcAft>
                <a:spcPct val="0"/>
              </a:spcAft>
              <a:buClrTx/>
              <a:buSzTx/>
              <a:buFontTx/>
              <a:buNone/>
              <a:tabLst>
                <a:tab pos="1828800" algn="l"/>
              </a:tabLst>
            </a:pPr>
            <a:r>
              <a:rPr kumimoji="0" lang="en-US" altLang="en-US" sz="24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4.7.2. </a:t>
            </a:r>
            <a:r>
              <a:rPr kumimoji="0" lang="en-US" altLang="en-US" sz="2400" b="1" i="0" u="sng"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Structure chart for Report:</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457200" algn="l" defTabSz="914400" rtl="0" eaLnBrk="0" fontAlgn="base" latinLnBrk="0" hangingPunct="0">
              <a:lnSpc>
                <a:spcPct val="100000"/>
              </a:lnSpc>
              <a:spcBef>
                <a:spcPct val="0"/>
              </a:spcBef>
              <a:spcAft>
                <a:spcPct val="0"/>
              </a:spcAft>
              <a:buClrTx/>
              <a:buSzTx/>
              <a:buFontTx/>
              <a:buNone/>
              <a:tabLst>
                <a:tab pos="1828800" algn="l"/>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8193" name="Picture 7">
            <a:extLst>
              <a:ext uri="{FF2B5EF4-FFF2-40B4-BE49-F238E27FC236}">
                <a16:creationId xmlns:a16="http://schemas.microsoft.com/office/drawing/2014/main" id="{09CCE27D-6DFB-493B-998A-83903109E2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7853" y="3429000"/>
            <a:ext cx="7792810" cy="3320142"/>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88DC3458-2A3A-4B6F-9D70-58181D4349D4}"/>
              </a:ext>
            </a:extLst>
          </p:cNvPr>
          <p:cNvSpPr>
            <a:spLocks noChangeArrowheads="1"/>
          </p:cNvSpPr>
          <p:nvPr/>
        </p:nvSpPr>
        <p:spPr bwMode="auto">
          <a:xfrm>
            <a:off x="0" y="39147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6" name="Picture 5">
            <a:extLst>
              <a:ext uri="{FF2B5EF4-FFF2-40B4-BE49-F238E27FC236}">
                <a16:creationId xmlns:a16="http://schemas.microsoft.com/office/drawing/2014/main" id="{8853EC35-5AF6-4770-86B3-476255A00940}"/>
              </a:ext>
            </a:extLst>
          </p:cNvPr>
          <p:cNvPicPr/>
          <p:nvPr/>
        </p:nvPicPr>
        <p:blipFill>
          <a:blip r:embed="rId3"/>
          <a:stretch>
            <a:fillRect/>
          </a:stretch>
        </p:blipFill>
        <p:spPr>
          <a:xfrm>
            <a:off x="7692571" y="1080409"/>
            <a:ext cx="1019175" cy="12954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549904431"/>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77006BA-9E1A-4B4F-9218-F271C217505A}"/>
              </a:ext>
            </a:extLst>
          </p:cNvPr>
          <p:cNvSpPr>
            <a:spLocks noGrp="1"/>
          </p:cNvSpPr>
          <p:nvPr>
            <p:ph type="sldNum" sz="quarter" idx="12"/>
          </p:nvPr>
        </p:nvSpPr>
        <p:spPr>
          <a:xfrm>
            <a:off x="11160991" y="6400800"/>
            <a:ext cx="1031009" cy="365125"/>
          </a:xfrm>
        </p:spPr>
        <p:txBody>
          <a:bodyPr/>
          <a:lstStyle/>
          <a:p>
            <a:r>
              <a:rPr lang="en-IN" b="1" dirty="0">
                <a:solidFill>
                  <a:schemeClr val="tx1"/>
                </a:solidFill>
                <a:latin typeface="Times New Roman" panose="02020603050405020304" pitchFamily="18" charset="0"/>
                <a:cs typeface="Times New Roman" panose="02020603050405020304" pitchFamily="18" charset="0"/>
              </a:rPr>
              <a:t>PG NO: </a:t>
            </a:r>
            <a:fld id="{B54A08B0-5A9A-4946-919B-A6856108856E}" type="slidenum">
              <a:rPr lang="en-IN" smtClean="0">
                <a:solidFill>
                  <a:schemeClr val="tx1"/>
                </a:solidFill>
              </a:rPr>
              <a:t>48</a:t>
            </a:fld>
            <a:endParaRPr lang="en-IN" dirty="0">
              <a:solidFill>
                <a:schemeClr val="tx1"/>
              </a:solidFill>
            </a:endParaRPr>
          </a:p>
        </p:txBody>
      </p:sp>
      <p:sp>
        <p:nvSpPr>
          <p:cNvPr id="5" name="Rectangle 5">
            <a:extLst>
              <a:ext uri="{FF2B5EF4-FFF2-40B4-BE49-F238E27FC236}">
                <a16:creationId xmlns:a16="http://schemas.microsoft.com/office/drawing/2014/main" id="{AEA9451C-AA6B-4796-A976-BBC8392A9D4F}"/>
              </a:ext>
            </a:extLst>
          </p:cNvPr>
          <p:cNvSpPr>
            <a:spLocks noChangeArrowheads="1"/>
          </p:cNvSpPr>
          <p:nvPr/>
        </p:nvSpPr>
        <p:spPr bwMode="auto">
          <a:xfrm>
            <a:off x="0" y="-30777"/>
            <a:ext cx="11698514" cy="2739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6" defTabSz="914400" eaLnBrk="0" fontAlgn="base" hangingPunct="0">
              <a:spcBef>
                <a:spcPct val="0"/>
              </a:spcBef>
              <a:spcAft>
                <a:spcPct val="0"/>
              </a:spcAft>
            </a:pPr>
            <a:r>
              <a:rPr kumimoji="0" lang="en-US" altLang="en-US" sz="2800" b="1" i="0" u="sng"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5. DETAIL DESIGN</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5.1. RTO Officials</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This level used to add RTO official record. First the admin needs to add all state records which stores in state table. Then admin needs to add city table which stores in city table. To add branch record admin needs to select state and city record. After adding branch record branch detail stores in branch table. While adding RTO officials the detail store in employee table. After adding RTO official data, the detail stores in employee table and RTO officials will receive and login credentials of the website.</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7172" name="Picture 8">
            <a:extLst>
              <a:ext uri="{FF2B5EF4-FFF2-40B4-BE49-F238E27FC236}">
                <a16:creationId xmlns:a16="http://schemas.microsoft.com/office/drawing/2014/main" id="{B58FA9B3-05B6-4923-BEE3-747216AFDB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8629" y="2446197"/>
            <a:ext cx="5656571" cy="4186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6">
            <a:extLst>
              <a:ext uri="{FF2B5EF4-FFF2-40B4-BE49-F238E27FC236}">
                <a16:creationId xmlns:a16="http://schemas.microsoft.com/office/drawing/2014/main" id="{9B51811F-D136-4023-931F-7FD98FA144C1}"/>
              </a:ext>
            </a:extLst>
          </p:cNvPr>
          <p:cNvSpPr>
            <a:spLocks noChangeArrowheads="1"/>
          </p:cNvSpPr>
          <p:nvPr/>
        </p:nvSpPr>
        <p:spPr bwMode="auto">
          <a:xfrm>
            <a:off x="0" y="6400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7" name="Picture 6">
            <a:extLst>
              <a:ext uri="{FF2B5EF4-FFF2-40B4-BE49-F238E27FC236}">
                <a16:creationId xmlns:a16="http://schemas.microsoft.com/office/drawing/2014/main" id="{AF1C3A62-839D-49F1-B455-24B84DAE229E}"/>
              </a:ext>
            </a:extLst>
          </p:cNvPr>
          <p:cNvPicPr/>
          <p:nvPr/>
        </p:nvPicPr>
        <p:blipFill>
          <a:blip r:embed="rId3"/>
          <a:stretch>
            <a:fillRect/>
          </a:stretch>
        </p:blipFill>
        <p:spPr>
          <a:xfrm>
            <a:off x="8228445" y="2987517"/>
            <a:ext cx="1009650" cy="116205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421029559"/>
      </p:ext>
    </p:extLst>
  </p:cSld>
  <p:clrMapOvr>
    <a:masterClrMapping/>
  </p:clrMapOvr>
  <p:transition spd="med">
    <p:pull/>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77006BA-9E1A-4B4F-9218-F271C217505A}"/>
              </a:ext>
            </a:extLst>
          </p:cNvPr>
          <p:cNvSpPr>
            <a:spLocks noGrp="1"/>
          </p:cNvSpPr>
          <p:nvPr>
            <p:ph type="sldNum" sz="quarter" idx="12"/>
          </p:nvPr>
        </p:nvSpPr>
        <p:spPr>
          <a:xfrm>
            <a:off x="11256526" y="6492875"/>
            <a:ext cx="935474" cy="365125"/>
          </a:xfrm>
        </p:spPr>
        <p:txBody>
          <a:bodyPr/>
          <a:lstStyle/>
          <a:p>
            <a:r>
              <a:rPr lang="en-IN" b="1" dirty="0">
                <a:solidFill>
                  <a:schemeClr val="tx1"/>
                </a:solidFill>
                <a:latin typeface="Times New Roman" panose="02020603050405020304" pitchFamily="18" charset="0"/>
                <a:cs typeface="Times New Roman" panose="02020603050405020304" pitchFamily="18" charset="0"/>
              </a:rPr>
              <a:t>PG NO: </a:t>
            </a:r>
            <a:fld id="{B54A08B0-5A9A-4946-919B-A6856108856E}" type="slidenum">
              <a:rPr lang="en-IN" smtClean="0">
                <a:solidFill>
                  <a:schemeClr val="tx1"/>
                </a:solidFill>
              </a:rPr>
              <a:t>49</a:t>
            </a:fld>
            <a:endParaRPr lang="en-IN" dirty="0">
              <a:solidFill>
                <a:schemeClr val="tx1"/>
              </a:solidFill>
            </a:endParaRPr>
          </a:p>
        </p:txBody>
      </p:sp>
      <p:sp>
        <p:nvSpPr>
          <p:cNvPr id="3" name="Rectangle 2">
            <a:extLst>
              <a:ext uri="{FF2B5EF4-FFF2-40B4-BE49-F238E27FC236}">
                <a16:creationId xmlns:a16="http://schemas.microsoft.com/office/drawing/2014/main" id="{FA7B9B9B-521B-4C6D-82C1-0F5AB2367536}"/>
              </a:ext>
            </a:extLst>
          </p:cNvPr>
          <p:cNvSpPr/>
          <p:nvPr/>
        </p:nvSpPr>
        <p:spPr>
          <a:xfrm>
            <a:off x="136478" y="90397"/>
            <a:ext cx="5569528" cy="4009431"/>
          </a:xfrm>
          <a:prstGeom prst="rect">
            <a:avLst/>
          </a:prstGeom>
        </p:spPr>
        <p:txBody>
          <a:bodyPr wrap="square">
            <a:spAutoFit/>
          </a:bodyPr>
          <a:lstStyle/>
          <a:p>
            <a:pPr>
              <a:spcAft>
                <a:spcPts val="0"/>
              </a:spcAft>
            </a:pPr>
            <a:r>
              <a:rPr lang="en-US" sz="2400" b="1" u="sng" dirty="0">
                <a:latin typeface="Times New Roman" panose="02020603050405020304" pitchFamily="18" charset="0"/>
                <a:ea typeface="Times New Roman" panose="02020603050405020304" pitchFamily="18" charset="0"/>
              </a:rPr>
              <a:t>Structured English</a:t>
            </a:r>
            <a:endParaRPr lang="en-IN" sz="2400" dirty="0">
              <a:latin typeface="Times New Roman" panose="02020603050405020304" pitchFamily="18" charset="0"/>
              <a:ea typeface="Times New Roman" panose="02020603050405020304" pitchFamily="18" charset="0"/>
            </a:endParaRPr>
          </a:p>
          <a:p>
            <a:pPr>
              <a:spcAft>
                <a:spcPts val="0"/>
              </a:spcAft>
            </a:pPr>
            <a:r>
              <a:rPr lang="en-US" sz="2000" b="1" dirty="0">
                <a:latin typeface="Times New Roman" panose="02020603050405020304" pitchFamily="18" charset="0"/>
                <a:ea typeface="Times New Roman" panose="02020603050405020304" pitchFamily="18" charset="0"/>
              </a:rPr>
              <a:t> </a:t>
            </a:r>
            <a:endParaRPr lang="en-IN" sz="2000" dirty="0">
              <a:latin typeface="Times New Roman" panose="02020603050405020304" pitchFamily="18" charset="0"/>
              <a:ea typeface="Times New Roman" panose="02020603050405020304" pitchFamily="18" charset="0"/>
            </a:endParaRPr>
          </a:p>
          <a:p>
            <a:pPr>
              <a:spcAft>
                <a:spcPts val="0"/>
              </a:spcAft>
            </a:pPr>
            <a:r>
              <a:rPr lang="en-US" sz="2000" b="1" dirty="0">
                <a:latin typeface="Times New Roman" panose="02020603050405020304" pitchFamily="18" charset="0"/>
                <a:ea typeface="Times New Roman" panose="02020603050405020304" pitchFamily="18" charset="0"/>
              </a:rPr>
              <a:t>Flow chart to Adding RTO official record:</a:t>
            </a:r>
            <a:endParaRPr lang="en-IN" sz="2000" dirty="0">
              <a:latin typeface="Times New Roman" panose="02020603050405020304" pitchFamily="18" charset="0"/>
              <a:ea typeface="Times New Roman" panose="02020603050405020304" pitchFamily="18" charset="0"/>
            </a:endParaRPr>
          </a:p>
          <a:p>
            <a:pPr>
              <a:spcAft>
                <a:spcPts val="0"/>
              </a:spcAft>
            </a:pPr>
            <a:r>
              <a:rPr lang="en-US" sz="2000" dirty="0">
                <a:latin typeface="Times New Roman" panose="02020603050405020304" pitchFamily="18" charset="0"/>
                <a:ea typeface="Times New Roman" panose="02020603050405020304" pitchFamily="18" charset="0"/>
              </a:rPr>
              <a:t>Name:  Inserts state, city, branch, RTO officials.</a:t>
            </a:r>
            <a:endParaRPr lang="en-IN" sz="2000" dirty="0">
              <a:latin typeface="Times New Roman" panose="02020603050405020304" pitchFamily="18" charset="0"/>
              <a:ea typeface="Times New Roman" panose="02020603050405020304" pitchFamily="18" charset="0"/>
            </a:endParaRPr>
          </a:p>
          <a:p>
            <a:pPr>
              <a:spcAft>
                <a:spcPts val="0"/>
              </a:spcAft>
            </a:pPr>
            <a:r>
              <a:rPr lang="en-US" sz="2000" b="1" dirty="0">
                <a:latin typeface="Times New Roman" panose="02020603050405020304" pitchFamily="18" charset="0"/>
                <a:ea typeface="Times New Roman" panose="02020603050405020304" pitchFamily="18" charset="0"/>
              </a:rPr>
              <a:t>Process description:</a:t>
            </a:r>
            <a:endParaRPr lang="en-IN" sz="2000" dirty="0">
              <a:latin typeface="Times New Roman" panose="02020603050405020304" pitchFamily="18" charset="0"/>
              <a:ea typeface="Times New Roman" panose="02020603050405020304" pitchFamily="18" charset="0"/>
            </a:endParaRPr>
          </a:p>
          <a:p>
            <a:pPr>
              <a:spcAft>
                <a:spcPts val="0"/>
              </a:spcAft>
            </a:pPr>
            <a:r>
              <a:rPr lang="en-US" sz="2000" b="1" dirty="0">
                <a:latin typeface="Times New Roman" panose="02020603050405020304" pitchFamily="18" charset="0"/>
                <a:ea typeface="Times New Roman" panose="02020603050405020304" pitchFamily="18" charset="0"/>
              </a:rPr>
              <a:t>Input data flows: </a:t>
            </a:r>
            <a:r>
              <a:rPr lang="en-US" sz="2000" dirty="0">
                <a:latin typeface="Times New Roman" panose="02020603050405020304" pitchFamily="18" charset="0"/>
                <a:ea typeface="Times New Roman" panose="02020603050405020304" pitchFamily="18" charset="0"/>
              </a:rPr>
              <a:t>Adding state, branch, city, RTO official record</a:t>
            </a:r>
            <a:endParaRPr lang="en-IN" sz="2000" dirty="0">
              <a:latin typeface="Times New Roman" panose="02020603050405020304" pitchFamily="18" charset="0"/>
              <a:ea typeface="Times New Roman" panose="02020603050405020304" pitchFamily="18" charset="0"/>
            </a:endParaRPr>
          </a:p>
          <a:p>
            <a:pPr>
              <a:spcAft>
                <a:spcPts val="0"/>
              </a:spcAft>
            </a:pPr>
            <a:r>
              <a:rPr lang="en-US" sz="2000" b="1" dirty="0">
                <a:latin typeface="Times New Roman" panose="02020603050405020304" pitchFamily="18" charset="0"/>
                <a:ea typeface="Times New Roman" panose="02020603050405020304" pitchFamily="18" charset="0"/>
              </a:rPr>
              <a:t>Output data flows</a:t>
            </a:r>
            <a:r>
              <a:rPr lang="en-US" sz="2000" dirty="0">
                <a:latin typeface="Times New Roman" panose="02020603050405020304" pitchFamily="18" charset="0"/>
                <a:ea typeface="Times New Roman" panose="02020603050405020304" pitchFamily="18" charset="0"/>
              </a:rPr>
              <a:t>: </a:t>
            </a:r>
            <a:endParaRPr lang="en-IN" sz="2000" dirty="0">
              <a:latin typeface="Times New Roman" panose="02020603050405020304" pitchFamily="18" charset="0"/>
              <a:ea typeface="Times New Roman" panose="02020603050405020304" pitchFamily="18" charset="0"/>
            </a:endParaRPr>
          </a:p>
          <a:p>
            <a:pPr marL="342900" lvl="0" indent="-342900">
              <a:lnSpc>
                <a:spcPct val="115000"/>
              </a:lnSpc>
              <a:spcAft>
                <a:spcPts val="0"/>
              </a:spcAft>
              <a:buFont typeface="Symbol" panose="05050102010706020507" pitchFamily="18" charset="2"/>
              <a:buChar char=""/>
            </a:pPr>
            <a:r>
              <a:rPr lang="en-IN" sz="2000" dirty="0">
                <a:latin typeface="Times New Roman" panose="02020603050405020304" pitchFamily="18" charset="0"/>
                <a:ea typeface="Calibri" panose="020F0502020204030204" pitchFamily="34" charset="0"/>
                <a:cs typeface="Times New Roman" panose="02020603050405020304" pitchFamily="18" charset="0"/>
              </a:rPr>
              <a:t>State inserted successfully</a:t>
            </a:r>
            <a:endParaRPr lang="en-IN" sz="20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0"/>
              </a:spcAft>
              <a:buFont typeface="Symbol" panose="05050102010706020507" pitchFamily="18" charset="2"/>
              <a:buChar char=""/>
            </a:pPr>
            <a:r>
              <a:rPr lang="en-IN" sz="2000" dirty="0">
                <a:latin typeface="Times New Roman" panose="02020603050405020304" pitchFamily="18" charset="0"/>
                <a:ea typeface="Calibri" panose="020F0502020204030204" pitchFamily="34" charset="0"/>
                <a:cs typeface="Times New Roman" panose="02020603050405020304" pitchFamily="18" charset="0"/>
              </a:rPr>
              <a:t>Branch inserted successfully</a:t>
            </a:r>
            <a:endParaRPr lang="en-IN" sz="20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0"/>
              </a:spcAft>
              <a:buFont typeface="Symbol" panose="05050102010706020507" pitchFamily="18" charset="2"/>
              <a:buChar char=""/>
            </a:pPr>
            <a:r>
              <a:rPr lang="en-IN" sz="2000" dirty="0">
                <a:latin typeface="Times New Roman" panose="02020603050405020304" pitchFamily="18" charset="0"/>
                <a:ea typeface="Calibri" panose="020F0502020204030204" pitchFamily="34" charset="0"/>
                <a:cs typeface="Times New Roman" panose="02020603050405020304" pitchFamily="18" charset="0"/>
              </a:rPr>
              <a:t>City record inserted successfully</a:t>
            </a:r>
            <a:endParaRPr lang="en-IN" sz="20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1000"/>
              </a:spcAft>
              <a:buFont typeface="Symbol" panose="05050102010706020507" pitchFamily="18" charset="2"/>
              <a:buChar char=""/>
            </a:pPr>
            <a:r>
              <a:rPr lang="en-IN" sz="2000" dirty="0">
                <a:latin typeface="Times New Roman" panose="02020603050405020304" pitchFamily="18" charset="0"/>
                <a:ea typeface="Calibri" panose="020F0502020204030204" pitchFamily="34" charset="0"/>
                <a:cs typeface="Times New Roman" panose="02020603050405020304" pitchFamily="18" charset="0"/>
              </a:rPr>
              <a:t>RTO official profile inserted successfully</a:t>
            </a:r>
            <a:endParaRPr lang="en-IN" sz="2000" dirty="0">
              <a:latin typeface="Calibri" panose="020F0502020204030204" pitchFamily="34" charset="0"/>
              <a:ea typeface="Calibri" panose="020F0502020204030204" pitchFamily="34" charset="0"/>
              <a:cs typeface="Times New Roman" panose="02020603050405020304" pitchFamily="18" charset="0"/>
            </a:endParaRPr>
          </a:p>
        </p:txBody>
      </p:sp>
      <p:sp>
        <p:nvSpPr>
          <p:cNvPr id="4" name="Rectangle 3">
            <a:extLst>
              <a:ext uri="{FF2B5EF4-FFF2-40B4-BE49-F238E27FC236}">
                <a16:creationId xmlns:a16="http://schemas.microsoft.com/office/drawing/2014/main" id="{75691433-88FF-45BB-A0C5-1A1D044F70F7}"/>
              </a:ext>
            </a:extLst>
          </p:cNvPr>
          <p:cNvSpPr/>
          <p:nvPr/>
        </p:nvSpPr>
        <p:spPr>
          <a:xfrm>
            <a:off x="6096000" y="58846"/>
            <a:ext cx="6096000" cy="6740307"/>
          </a:xfrm>
          <a:prstGeom prst="rect">
            <a:avLst/>
          </a:prstGeom>
        </p:spPr>
        <p:txBody>
          <a:bodyPr>
            <a:spAutoFit/>
          </a:bodyPr>
          <a:lstStyle/>
          <a:p>
            <a:pPr>
              <a:spcAft>
                <a:spcPts val="0"/>
              </a:spcAft>
            </a:pPr>
            <a:r>
              <a:rPr lang="en-US" b="1" dirty="0">
                <a:latin typeface="Times New Roman" panose="02020603050405020304" pitchFamily="18" charset="0"/>
                <a:ea typeface="Times New Roman" panose="02020603050405020304" pitchFamily="18" charset="0"/>
              </a:rPr>
              <a:t>For State:</a:t>
            </a:r>
            <a:br>
              <a:rPr lang="en-US" b="1" dirty="0">
                <a:latin typeface="Times New Roman" panose="02020603050405020304" pitchFamily="18" charset="0"/>
                <a:ea typeface="Times New Roman" panose="02020603050405020304" pitchFamily="18" charset="0"/>
              </a:rPr>
            </a:br>
            <a:r>
              <a:rPr lang="en-US" dirty="0">
                <a:latin typeface="Times New Roman" panose="02020603050405020304" pitchFamily="18" charset="0"/>
                <a:ea typeface="Times New Roman" panose="02020603050405020304" pitchFamily="18" charset="0"/>
              </a:rPr>
              <a:t>If(state==valid)</a:t>
            </a:r>
            <a:br>
              <a:rPr lang="en-US" dirty="0">
                <a:latin typeface="Times New Roman" panose="02020603050405020304" pitchFamily="18" charset="0"/>
                <a:ea typeface="Times New Roman" panose="02020603050405020304" pitchFamily="18" charset="0"/>
              </a:rPr>
            </a:br>
            <a:r>
              <a:rPr lang="en-US" b="1" dirty="0">
                <a:latin typeface="Times New Roman" panose="02020603050405020304" pitchFamily="18" charset="0"/>
                <a:ea typeface="Times New Roman" panose="02020603050405020304" pitchFamily="18" charset="0"/>
              </a:rPr>
              <a:t>Output: </a:t>
            </a:r>
            <a:r>
              <a:rPr lang="en-US" dirty="0">
                <a:latin typeface="Times New Roman" panose="02020603050405020304" pitchFamily="18" charset="0"/>
                <a:ea typeface="Times New Roman" panose="02020603050405020304" pitchFamily="18" charset="0"/>
              </a:rPr>
              <a:t>State list inserted successfully </a:t>
            </a:r>
            <a:br>
              <a:rPr lang="en-US" dirty="0">
                <a:latin typeface="Times New Roman" panose="02020603050405020304" pitchFamily="18" charset="0"/>
                <a:ea typeface="Times New Roman" panose="02020603050405020304" pitchFamily="18" charset="0"/>
              </a:rPr>
            </a:br>
            <a:r>
              <a:rPr lang="en-US" dirty="0">
                <a:latin typeface="Times New Roman" panose="02020603050405020304" pitchFamily="18" charset="0"/>
                <a:ea typeface="Times New Roman" panose="02020603050405020304" pitchFamily="18" charset="0"/>
              </a:rPr>
              <a:t>Else</a:t>
            </a:r>
            <a:br>
              <a:rPr lang="en-US" dirty="0">
                <a:latin typeface="Times New Roman" panose="02020603050405020304" pitchFamily="18" charset="0"/>
                <a:ea typeface="Times New Roman" panose="02020603050405020304" pitchFamily="18" charset="0"/>
              </a:rPr>
            </a:br>
            <a:r>
              <a:rPr lang="en-US" b="1" dirty="0">
                <a:latin typeface="Times New Roman" panose="02020603050405020304" pitchFamily="18" charset="0"/>
                <a:ea typeface="Times New Roman" panose="02020603050405020304" pitchFamily="18" charset="0"/>
              </a:rPr>
              <a:t>Output: </a:t>
            </a:r>
            <a:r>
              <a:rPr lang="en-US" dirty="0">
                <a:latin typeface="Times New Roman" panose="02020603050405020304" pitchFamily="18" charset="0"/>
                <a:ea typeface="Times New Roman" panose="02020603050405020304" pitchFamily="18" charset="0"/>
              </a:rPr>
              <a:t>Failed to insert state record...</a:t>
            </a:r>
            <a:br>
              <a:rPr lang="en-US" dirty="0">
                <a:latin typeface="Times New Roman" panose="02020603050405020304" pitchFamily="18" charset="0"/>
                <a:ea typeface="Times New Roman" panose="02020603050405020304" pitchFamily="18" charset="0"/>
              </a:rPr>
            </a:br>
            <a:r>
              <a:rPr lang="en-US" dirty="0">
                <a:latin typeface="Times New Roman" panose="02020603050405020304" pitchFamily="18" charset="0"/>
                <a:ea typeface="Times New Roman" panose="02020603050405020304" pitchFamily="18" charset="0"/>
              </a:rPr>
              <a:t>End If</a:t>
            </a:r>
            <a:endParaRPr lang="en-IN" dirty="0">
              <a:latin typeface="Times New Roman" panose="02020603050405020304" pitchFamily="18" charset="0"/>
              <a:ea typeface="Times New Roman" panose="02020603050405020304" pitchFamily="18" charset="0"/>
            </a:endParaRPr>
          </a:p>
          <a:p>
            <a:pPr>
              <a:spcAft>
                <a:spcPts val="0"/>
              </a:spcAft>
            </a:pPr>
            <a:r>
              <a:rPr lang="en-US" b="1" dirty="0">
                <a:latin typeface="Times New Roman" panose="02020603050405020304" pitchFamily="18" charset="0"/>
                <a:ea typeface="Times New Roman" panose="02020603050405020304" pitchFamily="18" charset="0"/>
              </a:rPr>
              <a:t>For City:</a:t>
            </a:r>
            <a:br>
              <a:rPr lang="en-US" b="1" dirty="0">
                <a:latin typeface="Times New Roman" panose="02020603050405020304" pitchFamily="18" charset="0"/>
                <a:ea typeface="Times New Roman" panose="02020603050405020304" pitchFamily="18" charset="0"/>
              </a:rPr>
            </a:br>
            <a:r>
              <a:rPr lang="en-US" dirty="0">
                <a:latin typeface="Times New Roman" panose="02020603050405020304" pitchFamily="18" charset="0"/>
                <a:ea typeface="Times New Roman" panose="02020603050405020304" pitchFamily="18" charset="0"/>
              </a:rPr>
              <a:t>If(city==valid)</a:t>
            </a:r>
            <a:br>
              <a:rPr lang="en-US" dirty="0">
                <a:latin typeface="Times New Roman" panose="02020603050405020304" pitchFamily="18" charset="0"/>
                <a:ea typeface="Times New Roman" panose="02020603050405020304" pitchFamily="18" charset="0"/>
              </a:rPr>
            </a:br>
            <a:r>
              <a:rPr lang="en-US" b="1" dirty="0">
                <a:latin typeface="Times New Roman" panose="02020603050405020304" pitchFamily="18" charset="0"/>
                <a:ea typeface="Times New Roman" panose="02020603050405020304" pitchFamily="18" charset="0"/>
              </a:rPr>
              <a:t>Output: </a:t>
            </a:r>
            <a:r>
              <a:rPr lang="en-US" dirty="0">
                <a:latin typeface="Times New Roman" panose="02020603050405020304" pitchFamily="18" charset="0"/>
                <a:ea typeface="Times New Roman" panose="02020603050405020304" pitchFamily="18" charset="0"/>
              </a:rPr>
              <a:t>city list inserted successfully </a:t>
            </a:r>
            <a:br>
              <a:rPr lang="en-US" dirty="0">
                <a:latin typeface="Times New Roman" panose="02020603050405020304" pitchFamily="18" charset="0"/>
                <a:ea typeface="Times New Roman" panose="02020603050405020304" pitchFamily="18" charset="0"/>
              </a:rPr>
            </a:br>
            <a:r>
              <a:rPr lang="en-US" dirty="0">
                <a:latin typeface="Times New Roman" panose="02020603050405020304" pitchFamily="18" charset="0"/>
                <a:ea typeface="Times New Roman" panose="02020603050405020304" pitchFamily="18" charset="0"/>
              </a:rPr>
              <a:t>Else</a:t>
            </a:r>
            <a:br>
              <a:rPr lang="en-US" dirty="0">
                <a:latin typeface="Times New Roman" panose="02020603050405020304" pitchFamily="18" charset="0"/>
                <a:ea typeface="Times New Roman" panose="02020603050405020304" pitchFamily="18" charset="0"/>
              </a:rPr>
            </a:br>
            <a:r>
              <a:rPr lang="en-US" b="1" dirty="0">
                <a:latin typeface="Times New Roman" panose="02020603050405020304" pitchFamily="18" charset="0"/>
                <a:ea typeface="Times New Roman" panose="02020603050405020304" pitchFamily="18" charset="0"/>
              </a:rPr>
              <a:t>Output: </a:t>
            </a:r>
            <a:r>
              <a:rPr lang="en-US" dirty="0">
                <a:latin typeface="Times New Roman" panose="02020603050405020304" pitchFamily="18" charset="0"/>
                <a:ea typeface="Times New Roman" panose="02020603050405020304" pitchFamily="18" charset="0"/>
              </a:rPr>
              <a:t>Failed to insert city record...</a:t>
            </a:r>
            <a:br>
              <a:rPr lang="en-US" dirty="0">
                <a:latin typeface="Times New Roman" panose="02020603050405020304" pitchFamily="18" charset="0"/>
                <a:ea typeface="Times New Roman" panose="02020603050405020304" pitchFamily="18" charset="0"/>
              </a:rPr>
            </a:br>
            <a:r>
              <a:rPr lang="en-US" dirty="0">
                <a:latin typeface="Times New Roman" panose="02020603050405020304" pitchFamily="18" charset="0"/>
                <a:ea typeface="Times New Roman" panose="02020603050405020304" pitchFamily="18" charset="0"/>
              </a:rPr>
              <a:t>End If</a:t>
            </a:r>
            <a:endParaRPr lang="en-IN" dirty="0">
              <a:latin typeface="Times New Roman" panose="02020603050405020304" pitchFamily="18" charset="0"/>
              <a:ea typeface="Times New Roman" panose="02020603050405020304" pitchFamily="18" charset="0"/>
            </a:endParaRPr>
          </a:p>
          <a:p>
            <a:pPr>
              <a:spcAft>
                <a:spcPts val="0"/>
              </a:spcAft>
            </a:pPr>
            <a:r>
              <a:rPr lang="en-US" b="1" dirty="0">
                <a:latin typeface="Times New Roman" panose="02020603050405020304" pitchFamily="18" charset="0"/>
                <a:ea typeface="Times New Roman" panose="02020603050405020304" pitchFamily="18" charset="0"/>
              </a:rPr>
              <a:t>For branch:</a:t>
            </a:r>
            <a:br>
              <a:rPr lang="en-US" b="1" dirty="0">
                <a:latin typeface="Times New Roman" panose="02020603050405020304" pitchFamily="18" charset="0"/>
                <a:ea typeface="Times New Roman" panose="02020603050405020304" pitchFamily="18" charset="0"/>
              </a:rPr>
            </a:br>
            <a:r>
              <a:rPr lang="en-US" dirty="0">
                <a:latin typeface="Times New Roman" panose="02020603050405020304" pitchFamily="18" charset="0"/>
                <a:ea typeface="Times New Roman" panose="02020603050405020304" pitchFamily="18" charset="0"/>
              </a:rPr>
              <a:t>If(branch==valid)</a:t>
            </a:r>
            <a:br>
              <a:rPr lang="en-US" dirty="0">
                <a:latin typeface="Times New Roman" panose="02020603050405020304" pitchFamily="18" charset="0"/>
                <a:ea typeface="Times New Roman" panose="02020603050405020304" pitchFamily="18" charset="0"/>
              </a:rPr>
            </a:br>
            <a:r>
              <a:rPr lang="en-US" b="1" dirty="0">
                <a:latin typeface="Times New Roman" panose="02020603050405020304" pitchFamily="18" charset="0"/>
                <a:ea typeface="Times New Roman" panose="02020603050405020304" pitchFamily="18" charset="0"/>
              </a:rPr>
              <a:t>Output: </a:t>
            </a:r>
            <a:r>
              <a:rPr lang="en-US" dirty="0">
                <a:latin typeface="Times New Roman" panose="02020603050405020304" pitchFamily="18" charset="0"/>
                <a:ea typeface="Times New Roman" panose="02020603050405020304" pitchFamily="18" charset="0"/>
              </a:rPr>
              <a:t>branch inserted successfully </a:t>
            </a:r>
            <a:br>
              <a:rPr lang="en-US" dirty="0">
                <a:latin typeface="Times New Roman" panose="02020603050405020304" pitchFamily="18" charset="0"/>
                <a:ea typeface="Times New Roman" panose="02020603050405020304" pitchFamily="18" charset="0"/>
              </a:rPr>
            </a:br>
            <a:r>
              <a:rPr lang="en-US" dirty="0">
                <a:latin typeface="Times New Roman" panose="02020603050405020304" pitchFamily="18" charset="0"/>
                <a:ea typeface="Times New Roman" panose="02020603050405020304" pitchFamily="18" charset="0"/>
              </a:rPr>
              <a:t>Else</a:t>
            </a:r>
            <a:br>
              <a:rPr lang="en-US" dirty="0">
                <a:latin typeface="Times New Roman" panose="02020603050405020304" pitchFamily="18" charset="0"/>
                <a:ea typeface="Times New Roman" panose="02020603050405020304" pitchFamily="18" charset="0"/>
              </a:rPr>
            </a:br>
            <a:r>
              <a:rPr lang="en-US" b="1" dirty="0">
                <a:latin typeface="Times New Roman" panose="02020603050405020304" pitchFamily="18" charset="0"/>
                <a:ea typeface="Times New Roman" panose="02020603050405020304" pitchFamily="18" charset="0"/>
              </a:rPr>
              <a:t>Output: </a:t>
            </a:r>
            <a:r>
              <a:rPr lang="en-US" dirty="0">
                <a:latin typeface="Times New Roman" panose="02020603050405020304" pitchFamily="18" charset="0"/>
                <a:ea typeface="Times New Roman" panose="02020603050405020304" pitchFamily="18" charset="0"/>
              </a:rPr>
              <a:t>Failed to insert branch record...</a:t>
            </a:r>
            <a:br>
              <a:rPr lang="en-US" dirty="0">
                <a:latin typeface="Times New Roman" panose="02020603050405020304" pitchFamily="18" charset="0"/>
                <a:ea typeface="Times New Roman" panose="02020603050405020304" pitchFamily="18" charset="0"/>
              </a:rPr>
            </a:br>
            <a:r>
              <a:rPr lang="en-US" dirty="0">
                <a:latin typeface="Times New Roman" panose="02020603050405020304" pitchFamily="18" charset="0"/>
                <a:ea typeface="Times New Roman" panose="02020603050405020304" pitchFamily="18" charset="0"/>
              </a:rPr>
              <a:t>End If</a:t>
            </a:r>
            <a:endParaRPr lang="en-IN" dirty="0">
              <a:latin typeface="Times New Roman" panose="02020603050405020304" pitchFamily="18" charset="0"/>
              <a:ea typeface="Times New Roman" panose="02020603050405020304" pitchFamily="18" charset="0"/>
            </a:endParaRPr>
          </a:p>
          <a:p>
            <a:pPr>
              <a:spcAft>
                <a:spcPts val="0"/>
              </a:spcAft>
            </a:pPr>
            <a:r>
              <a:rPr lang="en-US" b="1" dirty="0">
                <a:latin typeface="Times New Roman" panose="02020603050405020304" pitchFamily="18" charset="0"/>
                <a:ea typeface="Times New Roman" panose="02020603050405020304" pitchFamily="18" charset="0"/>
              </a:rPr>
              <a:t>For RTO officials:</a:t>
            </a:r>
            <a:br>
              <a:rPr lang="en-US" b="1" dirty="0">
                <a:latin typeface="Times New Roman" panose="02020603050405020304" pitchFamily="18" charset="0"/>
                <a:ea typeface="Times New Roman" panose="02020603050405020304" pitchFamily="18" charset="0"/>
              </a:rPr>
            </a:br>
            <a:r>
              <a:rPr lang="en-US" dirty="0">
                <a:latin typeface="Times New Roman" panose="02020603050405020304" pitchFamily="18" charset="0"/>
                <a:ea typeface="Times New Roman" panose="02020603050405020304" pitchFamily="18" charset="0"/>
              </a:rPr>
              <a:t>if(RTO official  == null)</a:t>
            </a:r>
            <a:br>
              <a:rPr lang="en-US" dirty="0">
                <a:latin typeface="Times New Roman" panose="02020603050405020304" pitchFamily="18" charset="0"/>
                <a:ea typeface="Times New Roman" panose="02020603050405020304" pitchFamily="18" charset="0"/>
              </a:rPr>
            </a:br>
            <a:r>
              <a:rPr lang="en-US" b="1" dirty="0">
                <a:latin typeface="Times New Roman" panose="02020603050405020304" pitchFamily="18" charset="0"/>
                <a:ea typeface="Times New Roman" panose="02020603050405020304" pitchFamily="18" charset="0"/>
              </a:rPr>
              <a:t>Output: </a:t>
            </a:r>
            <a:r>
              <a:rPr lang="en-US" dirty="0">
                <a:latin typeface="Times New Roman" panose="02020603050405020304" pitchFamily="18" charset="0"/>
                <a:ea typeface="Times New Roman" panose="02020603050405020304" pitchFamily="18" charset="0"/>
              </a:rPr>
              <a:t>RTO official record inserted successfully..</a:t>
            </a:r>
            <a:br>
              <a:rPr lang="en-US" dirty="0">
                <a:latin typeface="Times New Roman" panose="02020603050405020304" pitchFamily="18" charset="0"/>
                <a:ea typeface="Times New Roman" panose="02020603050405020304" pitchFamily="18" charset="0"/>
              </a:rPr>
            </a:br>
            <a:r>
              <a:rPr lang="en-US" dirty="0">
                <a:latin typeface="Times New Roman" panose="02020603050405020304" pitchFamily="18" charset="0"/>
                <a:ea typeface="Times New Roman" panose="02020603050405020304" pitchFamily="18" charset="0"/>
              </a:rPr>
              <a:t>Else</a:t>
            </a:r>
            <a:br>
              <a:rPr lang="en-US" dirty="0">
                <a:latin typeface="Times New Roman" panose="02020603050405020304" pitchFamily="18" charset="0"/>
                <a:ea typeface="Times New Roman" panose="02020603050405020304" pitchFamily="18" charset="0"/>
              </a:rPr>
            </a:br>
            <a:r>
              <a:rPr lang="en-US" b="1" dirty="0">
                <a:latin typeface="Times New Roman" panose="02020603050405020304" pitchFamily="18" charset="0"/>
                <a:ea typeface="Times New Roman" panose="02020603050405020304" pitchFamily="18" charset="0"/>
              </a:rPr>
              <a:t>Output: </a:t>
            </a:r>
            <a:r>
              <a:rPr lang="en-US" dirty="0">
                <a:latin typeface="Times New Roman" panose="02020603050405020304" pitchFamily="18" charset="0"/>
                <a:ea typeface="Times New Roman" panose="02020603050405020304" pitchFamily="18" charset="0"/>
              </a:rPr>
              <a:t>to insert RTO official record..</a:t>
            </a:r>
            <a:br>
              <a:rPr lang="en-US" dirty="0">
                <a:latin typeface="Times New Roman" panose="02020603050405020304" pitchFamily="18" charset="0"/>
                <a:ea typeface="Times New Roman" panose="02020603050405020304" pitchFamily="18" charset="0"/>
              </a:rPr>
            </a:br>
            <a:r>
              <a:rPr lang="en-US" dirty="0">
                <a:latin typeface="Times New Roman" panose="02020603050405020304" pitchFamily="18" charset="0"/>
                <a:ea typeface="Times New Roman" panose="02020603050405020304" pitchFamily="18" charset="0"/>
              </a:rPr>
              <a:t>End If</a:t>
            </a:r>
            <a:endParaRPr lang="en-IN" dirty="0">
              <a:latin typeface="Times New Roman" panose="02020603050405020304" pitchFamily="18" charset="0"/>
              <a:ea typeface="Times New Roman" panose="02020603050405020304" pitchFamily="18" charset="0"/>
            </a:endParaRPr>
          </a:p>
        </p:txBody>
      </p:sp>
      <p:cxnSp>
        <p:nvCxnSpPr>
          <p:cNvPr id="6" name="Straight Connector 5">
            <a:extLst>
              <a:ext uri="{FF2B5EF4-FFF2-40B4-BE49-F238E27FC236}">
                <a16:creationId xmlns:a16="http://schemas.microsoft.com/office/drawing/2014/main" id="{4D496640-CB3B-4E08-8EEC-8665D3C47427}"/>
              </a:ext>
            </a:extLst>
          </p:cNvPr>
          <p:cNvCxnSpPr>
            <a:cxnSpLocks/>
          </p:cNvCxnSpPr>
          <p:nvPr/>
        </p:nvCxnSpPr>
        <p:spPr>
          <a:xfrm>
            <a:off x="6096000" y="0"/>
            <a:ext cx="0" cy="6858000"/>
          </a:xfrm>
          <a:prstGeom prst="line">
            <a:avLst/>
          </a:prstGeom>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CC17C35C-97AD-49D6-A831-96B7DCBF5A9F}"/>
              </a:ext>
            </a:extLst>
          </p:cNvPr>
          <p:cNvPicPr/>
          <p:nvPr/>
        </p:nvPicPr>
        <p:blipFill>
          <a:blip r:embed="rId2"/>
          <a:stretch>
            <a:fillRect/>
          </a:stretch>
        </p:blipFill>
        <p:spPr>
          <a:xfrm>
            <a:off x="3129148" y="4836927"/>
            <a:ext cx="942975" cy="126682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107561725"/>
      </p:ext>
    </p:extLst>
  </p:cSld>
  <p:clrMapOvr>
    <a:masterClrMapping/>
  </p:clrMapOvr>
  <p:transition spd="slow">
    <p:randomBar dir="vert"/>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77006BA-9E1A-4B4F-9218-F271C217505A}"/>
              </a:ext>
            </a:extLst>
          </p:cNvPr>
          <p:cNvSpPr>
            <a:spLocks noGrp="1"/>
          </p:cNvSpPr>
          <p:nvPr>
            <p:ph type="sldNum" sz="quarter" idx="12"/>
          </p:nvPr>
        </p:nvSpPr>
        <p:spPr>
          <a:xfrm>
            <a:off x="11075175" y="6385669"/>
            <a:ext cx="853588" cy="365125"/>
          </a:xfrm>
        </p:spPr>
        <p:txBody>
          <a:bodyPr/>
          <a:lstStyle/>
          <a:p>
            <a:r>
              <a:rPr lang="en-IN" b="1" dirty="0">
                <a:solidFill>
                  <a:schemeClr val="tx1"/>
                </a:solidFill>
                <a:latin typeface="Times New Roman" panose="02020603050405020304" pitchFamily="18" charset="0"/>
                <a:cs typeface="Times New Roman" panose="02020603050405020304" pitchFamily="18" charset="0"/>
              </a:rPr>
              <a:t>PG NO: </a:t>
            </a:r>
            <a:fld id="{B54A08B0-5A9A-4946-919B-A6856108856E}" type="slidenum">
              <a:rPr lang="en-IN" smtClean="0">
                <a:solidFill>
                  <a:schemeClr val="tx1"/>
                </a:solidFill>
              </a:rPr>
              <a:t>50</a:t>
            </a:fld>
            <a:endParaRPr lang="en-IN" dirty="0">
              <a:solidFill>
                <a:schemeClr val="tx1"/>
              </a:solidFill>
            </a:endParaRPr>
          </a:p>
        </p:txBody>
      </p:sp>
      <p:sp>
        <p:nvSpPr>
          <p:cNvPr id="3" name="Rectangle 2">
            <a:extLst>
              <a:ext uri="{FF2B5EF4-FFF2-40B4-BE49-F238E27FC236}">
                <a16:creationId xmlns:a16="http://schemas.microsoft.com/office/drawing/2014/main" id="{965F5D0B-6BE8-4413-9196-C19EB605135C}"/>
              </a:ext>
            </a:extLst>
          </p:cNvPr>
          <p:cNvSpPr>
            <a:spLocks noChangeArrowheads="1"/>
          </p:cNvSpPr>
          <p:nvPr/>
        </p:nvSpPr>
        <p:spPr bwMode="auto">
          <a:xfrm>
            <a:off x="0" y="52034"/>
            <a:ext cx="11928763"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5.2.Vehicle Registration</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This process explains how the vehicle type detail and vehicle registration detail stores in the database. Admin needs to add vehicle type and those detail stores in </a:t>
            </a:r>
            <a:r>
              <a:rPr kumimoji="0" lang="en-US" altLang="en-US" sz="2000" b="0" i="0" u="none" strike="noStrike" cap="none" normalizeH="0" baseline="0" dirty="0" err="1">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vehicletype</a:t>
            </a: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table. From the customer end customer will apply for new vehicle registration. Entered vehicle detail stores in </a:t>
            </a:r>
            <a:r>
              <a:rPr kumimoji="0" lang="en-US" altLang="en-US" sz="2000" b="0" i="0" u="none" strike="noStrike" cap="none" normalizeH="0" baseline="0" dirty="0" err="1">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vehicleregistration</a:t>
            </a: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table. After filling vehicle registration detail user needs to pay vehicle registration fee. Fee payment detail stores in payment table. Admin will check all the vehicle registration details and he verifies the detail for approval.</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13313" name="Picture 10">
            <a:extLst>
              <a:ext uri="{FF2B5EF4-FFF2-40B4-BE49-F238E27FC236}">
                <a16:creationId xmlns:a16="http://schemas.microsoft.com/office/drawing/2014/main" id="{6F30A9F9-5FC2-4EE2-9F25-71CF5D9A41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1393" y="2005781"/>
            <a:ext cx="5409976" cy="4745013"/>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536DFA8D-AA7F-4D6E-8794-C9BA6AD8FFC7}"/>
              </a:ext>
            </a:extLst>
          </p:cNvPr>
          <p:cNvSpPr>
            <a:spLocks noChangeArrowheads="1"/>
          </p:cNvSpPr>
          <p:nvPr/>
        </p:nvSpPr>
        <p:spPr bwMode="auto">
          <a:xfrm>
            <a:off x="0" y="878205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48795657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77006BA-9E1A-4B4F-9218-F271C217505A}"/>
              </a:ext>
            </a:extLst>
          </p:cNvPr>
          <p:cNvSpPr>
            <a:spLocks noGrp="1"/>
          </p:cNvSpPr>
          <p:nvPr>
            <p:ph type="sldNum" sz="quarter" idx="12"/>
          </p:nvPr>
        </p:nvSpPr>
        <p:spPr>
          <a:xfrm>
            <a:off x="11284912" y="6579903"/>
            <a:ext cx="853588" cy="365125"/>
          </a:xfrm>
        </p:spPr>
        <p:txBody>
          <a:bodyPr/>
          <a:lstStyle/>
          <a:p>
            <a:r>
              <a:rPr lang="en-IN" b="1" dirty="0">
                <a:solidFill>
                  <a:schemeClr val="tx1"/>
                </a:solidFill>
                <a:latin typeface="Times New Roman" panose="02020603050405020304" pitchFamily="18" charset="0"/>
                <a:cs typeface="Times New Roman" panose="02020603050405020304" pitchFamily="18" charset="0"/>
              </a:rPr>
              <a:t>PG NO: </a:t>
            </a:r>
            <a:fld id="{B54A08B0-5A9A-4946-919B-A6856108856E}" type="slidenum">
              <a:rPr lang="en-IN" smtClean="0">
                <a:solidFill>
                  <a:schemeClr val="tx1"/>
                </a:solidFill>
              </a:rPr>
              <a:t>51</a:t>
            </a:fld>
            <a:endParaRPr lang="en-IN" dirty="0">
              <a:solidFill>
                <a:schemeClr val="tx1"/>
              </a:solidFill>
            </a:endParaRPr>
          </a:p>
        </p:txBody>
      </p:sp>
      <p:sp>
        <p:nvSpPr>
          <p:cNvPr id="3" name="Rectangle 2">
            <a:extLst>
              <a:ext uri="{FF2B5EF4-FFF2-40B4-BE49-F238E27FC236}">
                <a16:creationId xmlns:a16="http://schemas.microsoft.com/office/drawing/2014/main" id="{2837E964-FBB1-4CC3-8F68-32432C370EF6}"/>
              </a:ext>
            </a:extLst>
          </p:cNvPr>
          <p:cNvSpPr/>
          <p:nvPr/>
        </p:nvSpPr>
        <p:spPr>
          <a:xfrm>
            <a:off x="130002" y="259641"/>
            <a:ext cx="5847716" cy="4190891"/>
          </a:xfrm>
          <a:prstGeom prst="rect">
            <a:avLst/>
          </a:prstGeom>
        </p:spPr>
        <p:txBody>
          <a:bodyPr wrap="square">
            <a:spAutoFit/>
          </a:bodyPr>
          <a:lstStyle/>
          <a:p>
            <a:pPr>
              <a:spcBef>
                <a:spcPts val="600"/>
              </a:spcBef>
              <a:spcAft>
                <a:spcPts val="0"/>
              </a:spcAft>
            </a:pPr>
            <a:r>
              <a:rPr lang="en-US" sz="2400" b="1" u="sng" dirty="0">
                <a:latin typeface="Times New Roman" panose="02020603050405020304" pitchFamily="18" charset="0"/>
                <a:ea typeface="Times New Roman" panose="02020603050405020304" pitchFamily="18" charset="0"/>
                <a:cs typeface="Times New Roman" panose="02020603050405020304" pitchFamily="18" charset="0"/>
              </a:rPr>
              <a:t>Structured English</a:t>
            </a:r>
            <a:endParaRPr lang="en-IN" sz="2400" b="1" dirty="0">
              <a:latin typeface="Times New Roman" panose="02020603050405020304" pitchFamily="18" charset="0"/>
              <a:ea typeface="Times New Roman" panose="02020603050405020304" pitchFamily="18" charset="0"/>
              <a:cs typeface="Times New Roman" panose="02020603050405020304" pitchFamily="18" charset="0"/>
            </a:endParaRPr>
          </a:p>
          <a:p>
            <a:pPr>
              <a:spcBef>
                <a:spcPts val="600"/>
              </a:spcBef>
              <a:spcAft>
                <a:spcPts val="0"/>
              </a:spcAft>
            </a:pP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Flow chart for Vehicle registration:</a:t>
            </a:r>
            <a:endParaRPr lang="en-IN" sz="2000" dirty="0">
              <a:latin typeface="Times New Roman" panose="02020603050405020304" pitchFamily="18" charset="0"/>
              <a:ea typeface="Times New Roman" panose="02020603050405020304" pitchFamily="18" charset="0"/>
              <a:cs typeface="Times New Roman" panose="02020603050405020304" pitchFamily="18" charset="0"/>
            </a:endParaRPr>
          </a:p>
          <a:p>
            <a:pPr>
              <a:spcAft>
                <a:spcPts val="0"/>
              </a:spcAft>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Name:  Adding vehicle type, Applying for New vehicle registration, Vehicle registration payment.</a:t>
            </a:r>
            <a:endParaRPr lang="en-IN" sz="2000" dirty="0">
              <a:latin typeface="Times New Roman" panose="02020603050405020304" pitchFamily="18" charset="0"/>
              <a:ea typeface="Times New Roman" panose="02020603050405020304" pitchFamily="18" charset="0"/>
              <a:cs typeface="Times New Roman" panose="02020603050405020304" pitchFamily="18" charset="0"/>
            </a:endParaRPr>
          </a:p>
          <a:p>
            <a:pPr>
              <a:spcAft>
                <a:spcPts val="0"/>
              </a:spcAft>
            </a:pP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Process description:</a:t>
            </a:r>
            <a:endParaRPr lang="en-IN" sz="2000" dirty="0">
              <a:latin typeface="Times New Roman" panose="02020603050405020304" pitchFamily="18" charset="0"/>
              <a:ea typeface="Times New Roman" panose="02020603050405020304" pitchFamily="18" charset="0"/>
              <a:cs typeface="Times New Roman" panose="02020603050405020304" pitchFamily="18" charset="0"/>
            </a:endParaRPr>
          </a:p>
          <a:p>
            <a:pPr>
              <a:spcAft>
                <a:spcPts val="0"/>
              </a:spcAft>
            </a:pP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Input data flows: </a:t>
            </a:r>
            <a:r>
              <a:rPr lang="en-US" sz="2000" dirty="0">
                <a:latin typeface="Times New Roman" panose="02020603050405020304" pitchFamily="18" charset="0"/>
                <a:ea typeface="Times New Roman" panose="02020603050405020304" pitchFamily="18" charset="0"/>
                <a:cs typeface="Times New Roman" panose="02020603050405020304" pitchFamily="18" charset="0"/>
              </a:rPr>
              <a:t>Vehicle types, vehicle registration details, vehicle registration payment details</a:t>
            </a:r>
            <a:endParaRPr lang="en-IN" sz="2000" dirty="0">
              <a:latin typeface="Times New Roman" panose="02020603050405020304" pitchFamily="18" charset="0"/>
              <a:ea typeface="Times New Roman" panose="02020603050405020304" pitchFamily="18" charset="0"/>
              <a:cs typeface="Times New Roman" panose="02020603050405020304" pitchFamily="18" charset="0"/>
            </a:endParaRPr>
          </a:p>
          <a:p>
            <a:pPr>
              <a:spcAft>
                <a:spcPts val="0"/>
              </a:spcAft>
            </a:pP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Output data flows</a:t>
            </a:r>
            <a:r>
              <a:rPr lang="en-US" sz="2000" dirty="0">
                <a:latin typeface="Times New Roman" panose="02020603050405020304" pitchFamily="18" charset="0"/>
                <a:ea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nSpc>
                <a:spcPct val="115000"/>
              </a:lnSpc>
              <a:spcAft>
                <a:spcPts val="0"/>
              </a:spcAft>
              <a:buFont typeface="Symbol" panose="05050102010706020507" pitchFamily="18" charset="2"/>
              <a:buChar char=""/>
            </a:pPr>
            <a:r>
              <a:rPr lang="en-IN" sz="2000" dirty="0">
                <a:latin typeface="Times New Roman" panose="02020603050405020304" pitchFamily="18" charset="0"/>
                <a:ea typeface="Calibri" panose="020F0502020204030204" pitchFamily="34" charset="0"/>
                <a:cs typeface="Times New Roman" panose="02020603050405020304" pitchFamily="18" charset="0"/>
              </a:rPr>
              <a:t>System inserts different types of vehicle types</a:t>
            </a:r>
          </a:p>
          <a:p>
            <a:pPr marL="342900" lvl="0" indent="-342900">
              <a:lnSpc>
                <a:spcPct val="115000"/>
              </a:lnSpc>
              <a:spcAft>
                <a:spcPts val="0"/>
              </a:spcAft>
              <a:buFont typeface="Symbol" panose="05050102010706020507" pitchFamily="18" charset="2"/>
              <a:buChar char=""/>
            </a:pPr>
            <a:r>
              <a:rPr lang="en-IN" sz="2000" dirty="0">
                <a:latin typeface="Times New Roman" panose="02020603050405020304" pitchFamily="18" charset="0"/>
                <a:ea typeface="Calibri" panose="020F0502020204030204" pitchFamily="34" charset="0"/>
                <a:cs typeface="Times New Roman" panose="02020603050405020304" pitchFamily="18" charset="0"/>
              </a:rPr>
              <a:t>System inserts vehicle registration details</a:t>
            </a:r>
          </a:p>
          <a:p>
            <a:pPr marL="342900" lvl="0" indent="-342900">
              <a:lnSpc>
                <a:spcPct val="115000"/>
              </a:lnSpc>
              <a:spcAft>
                <a:spcPts val="1000"/>
              </a:spcAft>
              <a:buFont typeface="Symbol" panose="05050102010706020507" pitchFamily="18" charset="2"/>
              <a:buChar char=""/>
            </a:pPr>
            <a:r>
              <a:rPr lang="en-IN" sz="2000" dirty="0">
                <a:latin typeface="Times New Roman" panose="02020603050405020304" pitchFamily="18" charset="0"/>
                <a:ea typeface="Calibri" panose="020F0502020204030204" pitchFamily="34" charset="0"/>
                <a:cs typeface="Times New Roman" panose="02020603050405020304" pitchFamily="18" charset="0"/>
              </a:rPr>
              <a:t>System stores payment details</a:t>
            </a:r>
          </a:p>
          <a:p>
            <a:pPr>
              <a:spcAft>
                <a:spcPts val="0"/>
              </a:spcAft>
            </a:pP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546C9BE3-4ADA-476C-A9FC-F899C72C0D52}"/>
              </a:ext>
            </a:extLst>
          </p:cNvPr>
          <p:cNvSpPr/>
          <p:nvPr/>
        </p:nvSpPr>
        <p:spPr>
          <a:xfrm>
            <a:off x="6077803" y="259641"/>
            <a:ext cx="6096000" cy="6038384"/>
          </a:xfrm>
          <a:prstGeom prst="rect">
            <a:avLst/>
          </a:prstGeom>
        </p:spPr>
        <p:txBody>
          <a:bodyPr>
            <a:spAutoFit/>
          </a:bodyPr>
          <a:lstStyle/>
          <a:p>
            <a:pPr>
              <a:spcAft>
                <a:spcPts val="0"/>
              </a:spcAft>
            </a:pPr>
            <a:r>
              <a:rPr lang="en-US" sz="2000" b="1" dirty="0">
                <a:latin typeface="Times New Roman" panose="02020603050405020304" pitchFamily="18" charset="0"/>
                <a:ea typeface="Times New Roman" panose="02020603050405020304" pitchFamily="18" charset="0"/>
              </a:rPr>
              <a:t>For Vehicle types:</a:t>
            </a:r>
            <a:br>
              <a:rPr lang="en-US" sz="2000" b="1" dirty="0">
                <a:latin typeface="Times New Roman" panose="02020603050405020304" pitchFamily="18" charset="0"/>
                <a:ea typeface="Times New Roman" panose="02020603050405020304" pitchFamily="18" charset="0"/>
              </a:rPr>
            </a:br>
            <a:r>
              <a:rPr lang="en-US" sz="2000" dirty="0">
                <a:latin typeface="Times New Roman" panose="02020603050405020304" pitchFamily="18" charset="0"/>
                <a:ea typeface="Times New Roman" panose="02020603050405020304" pitchFamily="18" charset="0"/>
              </a:rPr>
              <a:t>If(vehicle types  == added)</a:t>
            </a:r>
            <a:br>
              <a:rPr lang="en-US" sz="2000" dirty="0">
                <a:latin typeface="Times New Roman" panose="02020603050405020304" pitchFamily="18" charset="0"/>
                <a:ea typeface="Times New Roman" panose="02020603050405020304" pitchFamily="18" charset="0"/>
              </a:rPr>
            </a:br>
            <a:r>
              <a:rPr lang="en-US" sz="2000" b="1" dirty="0">
                <a:latin typeface="Times New Roman" panose="02020603050405020304" pitchFamily="18" charset="0"/>
                <a:ea typeface="Times New Roman" panose="02020603050405020304" pitchFamily="18" charset="0"/>
              </a:rPr>
              <a:t>Output: </a:t>
            </a:r>
            <a:r>
              <a:rPr lang="en-US" sz="2000" dirty="0">
                <a:latin typeface="Times New Roman" panose="02020603050405020304" pitchFamily="18" charset="0"/>
                <a:ea typeface="Times New Roman" panose="02020603050405020304" pitchFamily="18" charset="0"/>
              </a:rPr>
              <a:t>Vehicle types inserted successfully</a:t>
            </a:r>
            <a:br>
              <a:rPr lang="en-US" sz="2000" dirty="0">
                <a:latin typeface="Times New Roman" panose="02020603050405020304" pitchFamily="18" charset="0"/>
                <a:ea typeface="Times New Roman" panose="02020603050405020304" pitchFamily="18" charset="0"/>
              </a:rPr>
            </a:br>
            <a:r>
              <a:rPr lang="en-US" sz="2000" dirty="0">
                <a:latin typeface="Times New Roman" panose="02020603050405020304" pitchFamily="18" charset="0"/>
                <a:ea typeface="Times New Roman" panose="02020603050405020304" pitchFamily="18" charset="0"/>
              </a:rPr>
              <a:t>Else</a:t>
            </a:r>
            <a:br>
              <a:rPr lang="en-US" sz="2000" dirty="0">
                <a:latin typeface="Times New Roman" panose="02020603050405020304" pitchFamily="18" charset="0"/>
                <a:ea typeface="Times New Roman" panose="02020603050405020304" pitchFamily="18" charset="0"/>
              </a:rPr>
            </a:br>
            <a:r>
              <a:rPr lang="en-US" sz="2000" b="1" dirty="0">
                <a:latin typeface="Times New Roman" panose="02020603050405020304" pitchFamily="18" charset="0"/>
                <a:ea typeface="Times New Roman" panose="02020603050405020304" pitchFamily="18" charset="0"/>
              </a:rPr>
              <a:t>Output: </a:t>
            </a:r>
            <a:r>
              <a:rPr lang="en-US" sz="2000" dirty="0">
                <a:latin typeface="Times New Roman" panose="02020603050405020304" pitchFamily="18" charset="0"/>
                <a:ea typeface="Times New Roman" panose="02020603050405020304" pitchFamily="18" charset="0"/>
              </a:rPr>
              <a:t>Failed to insert vehicle type</a:t>
            </a:r>
            <a:br>
              <a:rPr lang="en-US" sz="2000" dirty="0">
                <a:latin typeface="Times New Roman" panose="02020603050405020304" pitchFamily="18" charset="0"/>
                <a:ea typeface="Times New Roman" panose="02020603050405020304" pitchFamily="18" charset="0"/>
              </a:rPr>
            </a:br>
            <a:r>
              <a:rPr lang="en-US" sz="2000" dirty="0">
                <a:latin typeface="Times New Roman" panose="02020603050405020304" pitchFamily="18" charset="0"/>
                <a:ea typeface="Times New Roman" panose="02020603050405020304" pitchFamily="18" charset="0"/>
              </a:rPr>
              <a:t>End If</a:t>
            </a:r>
            <a:endParaRPr lang="en-IN" sz="2000" dirty="0">
              <a:latin typeface="Times New Roman" panose="02020603050405020304" pitchFamily="18" charset="0"/>
              <a:ea typeface="Times New Roman" panose="02020603050405020304" pitchFamily="18" charset="0"/>
            </a:endParaRPr>
          </a:p>
          <a:p>
            <a:pPr>
              <a:spcAft>
                <a:spcPts val="0"/>
              </a:spcAft>
            </a:pPr>
            <a:r>
              <a:rPr lang="en-US" sz="2000" b="1" dirty="0">
                <a:latin typeface="Times New Roman" panose="02020603050405020304" pitchFamily="18" charset="0"/>
                <a:ea typeface="Times New Roman" panose="02020603050405020304" pitchFamily="18" charset="0"/>
              </a:rPr>
              <a:t>For vehicle registration:</a:t>
            </a:r>
            <a:br>
              <a:rPr lang="en-US" sz="2000" b="1" dirty="0">
                <a:latin typeface="Times New Roman" panose="02020603050405020304" pitchFamily="18" charset="0"/>
                <a:ea typeface="Times New Roman" panose="02020603050405020304" pitchFamily="18" charset="0"/>
              </a:rPr>
            </a:br>
            <a:r>
              <a:rPr lang="en-US" sz="2000" dirty="0">
                <a:latin typeface="Times New Roman" panose="02020603050405020304" pitchFamily="18" charset="0"/>
                <a:ea typeface="Times New Roman" panose="02020603050405020304" pitchFamily="18" charset="0"/>
              </a:rPr>
              <a:t>If(vehicle registration details== valid)</a:t>
            </a:r>
            <a:br>
              <a:rPr lang="en-US" sz="2000" dirty="0">
                <a:latin typeface="Times New Roman" panose="02020603050405020304" pitchFamily="18" charset="0"/>
                <a:ea typeface="Times New Roman" panose="02020603050405020304" pitchFamily="18" charset="0"/>
              </a:rPr>
            </a:br>
            <a:r>
              <a:rPr lang="en-US" sz="2000" b="1" dirty="0">
                <a:latin typeface="Times New Roman" panose="02020603050405020304" pitchFamily="18" charset="0"/>
                <a:ea typeface="Times New Roman" panose="02020603050405020304" pitchFamily="18" charset="0"/>
              </a:rPr>
              <a:t>Output: </a:t>
            </a:r>
            <a:r>
              <a:rPr lang="en-US" sz="2000" dirty="0">
                <a:latin typeface="Times New Roman" panose="02020603050405020304" pitchFamily="18" charset="0"/>
                <a:ea typeface="Times New Roman" panose="02020603050405020304" pitchFamily="18" charset="0"/>
              </a:rPr>
              <a:t>Vehicle registration details inserted successfully</a:t>
            </a:r>
            <a:br>
              <a:rPr lang="en-US" sz="2000" dirty="0">
                <a:latin typeface="Times New Roman" panose="02020603050405020304" pitchFamily="18" charset="0"/>
                <a:ea typeface="Times New Roman" panose="02020603050405020304" pitchFamily="18" charset="0"/>
              </a:rPr>
            </a:br>
            <a:r>
              <a:rPr lang="en-US" sz="2000" dirty="0">
                <a:latin typeface="Times New Roman" panose="02020603050405020304" pitchFamily="18" charset="0"/>
                <a:ea typeface="Times New Roman" panose="02020603050405020304" pitchFamily="18" charset="0"/>
              </a:rPr>
              <a:t>Else</a:t>
            </a:r>
            <a:br>
              <a:rPr lang="en-US" sz="2000" dirty="0">
                <a:latin typeface="Times New Roman" panose="02020603050405020304" pitchFamily="18" charset="0"/>
                <a:ea typeface="Times New Roman" panose="02020603050405020304" pitchFamily="18" charset="0"/>
              </a:rPr>
            </a:br>
            <a:r>
              <a:rPr lang="en-US" sz="2000" b="1" dirty="0">
                <a:latin typeface="Times New Roman" panose="02020603050405020304" pitchFamily="18" charset="0"/>
                <a:ea typeface="Times New Roman" panose="02020603050405020304" pitchFamily="18" charset="0"/>
              </a:rPr>
              <a:t>Output: </a:t>
            </a:r>
            <a:r>
              <a:rPr lang="en-US" sz="2000" dirty="0">
                <a:latin typeface="Times New Roman" panose="02020603050405020304" pitchFamily="18" charset="0"/>
                <a:ea typeface="Times New Roman" panose="02020603050405020304" pitchFamily="18" charset="0"/>
              </a:rPr>
              <a:t>Failed to insert Vehicle registration details</a:t>
            </a:r>
            <a:br>
              <a:rPr lang="en-US" sz="2000" dirty="0">
                <a:latin typeface="Times New Roman" panose="02020603050405020304" pitchFamily="18" charset="0"/>
                <a:ea typeface="Times New Roman" panose="02020603050405020304" pitchFamily="18" charset="0"/>
              </a:rPr>
            </a:br>
            <a:r>
              <a:rPr lang="en-US" sz="2000" dirty="0">
                <a:latin typeface="Times New Roman" panose="02020603050405020304" pitchFamily="18" charset="0"/>
                <a:ea typeface="Times New Roman" panose="02020603050405020304" pitchFamily="18" charset="0"/>
              </a:rPr>
              <a:t>End If</a:t>
            </a:r>
            <a:endParaRPr lang="en-IN" sz="2000" dirty="0">
              <a:latin typeface="Times New Roman" panose="02020603050405020304" pitchFamily="18" charset="0"/>
              <a:ea typeface="Times New Roman" panose="02020603050405020304" pitchFamily="18" charset="0"/>
            </a:endParaRPr>
          </a:p>
          <a:p>
            <a:pPr>
              <a:spcAft>
                <a:spcPts val="0"/>
              </a:spcAft>
            </a:pPr>
            <a:r>
              <a:rPr lang="en-US" sz="2000" b="1" dirty="0">
                <a:latin typeface="Times New Roman" panose="02020603050405020304" pitchFamily="18" charset="0"/>
                <a:ea typeface="Times New Roman" panose="02020603050405020304" pitchFamily="18" charset="0"/>
              </a:rPr>
              <a:t>For payment record:</a:t>
            </a:r>
            <a:br>
              <a:rPr lang="en-US" sz="2000" b="1" dirty="0">
                <a:latin typeface="Times New Roman" panose="02020603050405020304" pitchFamily="18" charset="0"/>
                <a:ea typeface="Times New Roman" panose="02020603050405020304" pitchFamily="18" charset="0"/>
              </a:rPr>
            </a:br>
            <a:r>
              <a:rPr lang="en-US" sz="2000" dirty="0">
                <a:latin typeface="Times New Roman" panose="02020603050405020304" pitchFamily="18" charset="0"/>
                <a:ea typeface="Times New Roman" panose="02020603050405020304" pitchFamily="18" charset="0"/>
              </a:rPr>
              <a:t>If(payment details == valid)</a:t>
            </a:r>
            <a:br>
              <a:rPr lang="en-US" sz="2000" dirty="0">
                <a:latin typeface="Times New Roman" panose="02020603050405020304" pitchFamily="18" charset="0"/>
                <a:ea typeface="Times New Roman" panose="02020603050405020304" pitchFamily="18" charset="0"/>
              </a:rPr>
            </a:br>
            <a:r>
              <a:rPr lang="en-US" sz="2000" b="1" dirty="0">
                <a:latin typeface="Times New Roman" panose="02020603050405020304" pitchFamily="18" charset="0"/>
                <a:ea typeface="Times New Roman" panose="02020603050405020304" pitchFamily="18" charset="0"/>
              </a:rPr>
              <a:t>Output: </a:t>
            </a:r>
            <a:r>
              <a:rPr lang="en-US" sz="2000" dirty="0">
                <a:latin typeface="Times New Roman" panose="02020603050405020304" pitchFamily="18" charset="0"/>
                <a:ea typeface="Times New Roman" panose="02020603050405020304" pitchFamily="18" charset="0"/>
              </a:rPr>
              <a:t>Payment details added successfully</a:t>
            </a:r>
            <a:br>
              <a:rPr lang="en-US" sz="2000" dirty="0">
                <a:latin typeface="Times New Roman" panose="02020603050405020304" pitchFamily="18" charset="0"/>
                <a:ea typeface="Times New Roman" panose="02020603050405020304" pitchFamily="18" charset="0"/>
              </a:rPr>
            </a:br>
            <a:r>
              <a:rPr lang="en-US" sz="2000" dirty="0">
                <a:latin typeface="Times New Roman" panose="02020603050405020304" pitchFamily="18" charset="0"/>
                <a:ea typeface="Times New Roman" panose="02020603050405020304" pitchFamily="18" charset="0"/>
              </a:rPr>
              <a:t>Else</a:t>
            </a:r>
            <a:br>
              <a:rPr lang="en-US" sz="2000" dirty="0">
                <a:latin typeface="Times New Roman" panose="02020603050405020304" pitchFamily="18" charset="0"/>
                <a:ea typeface="Times New Roman" panose="02020603050405020304" pitchFamily="18" charset="0"/>
              </a:rPr>
            </a:br>
            <a:r>
              <a:rPr lang="en-US" sz="2000" b="1" dirty="0">
                <a:latin typeface="Times New Roman" panose="02020603050405020304" pitchFamily="18" charset="0"/>
                <a:ea typeface="Times New Roman" panose="02020603050405020304" pitchFamily="18" charset="0"/>
              </a:rPr>
              <a:t>Output: </a:t>
            </a:r>
            <a:r>
              <a:rPr lang="en-US" sz="2000" dirty="0">
                <a:latin typeface="Times New Roman" panose="02020603050405020304" pitchFamily="18" charset="0"/>
                <a:ea typeface="Times New Roman" panose="02020603050405020304" pitchFamily="18" charset="0"/>
              </a:rPr>
              <a:t>Failed to insert Payment record</a:t>
            </a:r>
            <a:br>
              <a:rPr lang="en-US" sz="2000" dirty="0">
                <a:latin typeface="Times New Roman" panose="02020603050405020304" pitchFamily="18" charset="0"/>
                <a:ea typeface="Times New Roman" panose="02020603050405020304" pitchFamily="18" charset="0"/>
              </a:rPr>
            </a:br>
            <a:r>
              <a:rPr lang="en-US" sz="2000" dirty="0">
                <a:latin typeface="Times New Roman" panose="02020603050405020304" pitchFamily="18" charset="0"/>
                <a:ea typeface="Times New Roman" panose="02020603050405020304" pitchFamily="18" charset="0"/>
              </a:rPr>
              <a:t>End If</a:t>
            </a:r>
            <a:endParaRPr lang="en-IN" sz="2000" dirty="0">
              <a:latin typeface="Times New Roman" panose="02020603050405020304" pitchFamily="18" charset="0"/>
              <a:ea typeface="Times New Roman" panose="02020603050405020304" pitchFamily="18" charset="0"/>
            </a:endParaRPr>
          </a:p>
          <a:p>
            <a:pPr>
              <a:lnSpc>
                <a:spcPct val="150000"/>
              </a:lnSpc>
              <a:spcAft>
                <a:spcPts val="0"/>
              </a:spcAft>
            </a:pPr>
            <a:r>
              <a:rPr lang="en-US" sz="2000" dirty="0">
                <a:latin typeface="Times New Roman" panose="02020603050405020304" pitchFamily="18" charset="0"/>
                <a:ea typeface="Times New Roman" panose="02020603050405020304" pitchFamily="18" charset="0"/>
              </a:rPr>
              <a:t> </a:t>
            </a:r>
            <a:endParaRPr lang="en-IN" sz="2000" dirty="0"/>
          </a:p>
        </p:txBody>
      </p:sp>
      <p:cxnSp>
        <p:nvCxnSpPr>
          <p:cNvPr id="6" name="Straight Connector 5">
            <a:extLst>
              <a:ext uri="{FF2B5EF4-FFF2-40B4-BE49-F238E27FC236}">
                <a16:creationId xmlns:a16="http://schemas.microsoft.com/office/drawing/2014/main" id="{42C3E80F-BACE-484A-BF8D-A9372EE031CD}"/>
              </a:ext>
            </a:extLst>
          </p:cNvPr>
          <p:cNvCxnSpPr/>
          <p:nvPr/>
        </p:nvCxnSpPr>
        <p:spPr>
          <a:xfrm>
            <a:off x="5977719" y="0"/>
            <a:ext cx="0" cy="68580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34109445"/>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77006BA-9E1A-4B4F-9218-F271C217505A}"/>
              </a:ext>
            </a:extLst>
          </p:cNvPr>
          <p:cNvSpPr>
            <a:spLocks noGrp="1"/>
          </p:cNvSpPr>
          <p:nvPr>
            <p:ph type="sldNum" sz="quarter" idx="12"/>
          </p:nvPr>
        </p:nvSpPr>
        <p:spPr>
          <a:xfrm>
            <a:off x="11120048" y="6357980"/>
            <a:ext cx="1071952" cy="365125"/>
          </a:xfrm>
        </p:spPr>
        <p:txBody>
          <a:bodyPr/>
          <a:lstStyle/>
          <a:p>
            <a:r>
              <a:rPr lang="en-IN" b="1" dirty="0">
                <a:solidFill>
                  <a:schemeClr val="tx1"/>
                </a:solidFill>
                <a:latin typeface="Times New Roman" panose="02020603050405020304" pitchFamily="18" charset="0"/>
                <a:cs typeface="Times New Roman" panose="02020603050405020304" pitchFamily="18" charset="0"/>
              </a:rPr>
              <a:t>PG NO: </a:t>
            </a:r>
            <a:fld id="{B54A08B0-5A9A-4946-919B-A6856108856E}" type="slidenum">
              <a:rPr lang="en-IN" smtClean="0">
                <a:solidFill>
                  <a:schemeClr val="tx1"/>
                </a:solidFill>
              </a:rPr>
              <a:t>52</a:t>
            </a:fld>
            <a:endParaRPr lang="en-IN" dirty="0">
              <a:solidFill>
                <a:schemeClr val="tx1"/>
              </a:solidFill>
            </a:endParaRPr>
          </a:p>
        </p:txBody>
      </p:sp>
      <p:sp>
        <p:nvSpPr>
          <p:cNvPr id="3" name="Rectangle 2">
            <a:extLst>
              <a:ext uri="{FF2B5EF4-FFF2-40B4-BE49-F238E27FC236}">
                <a16:creationId xmlns:a16="http://schemas.microsoft.com/office/drawing/2014/main" id="{9446142B-975B-4022-ADF3-E643D4713E2B}"/>
              </a:ext>
            </a:extLst>
          </p:cNvPr>
          <p:cNvSpPr>
            <a:spLocks noChangeArrowheads="1"/>
          </p:cNvSpPr>
          <p:nvPr/>
        </p:nvSpPr>
        <p:spPr bwMode="auto">
          <a:xfrm>
            <a:off x="0" y="134895"/>
            <a:ext cx="11354938" cy="20005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5.3. User/Enroller Registration</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This module is registration module which helps to register to user/enroller through online. user needs to enter registration details by entering name, Email ID, password, </a:t>
            </a:r>
            <a:r>
              <a:rPr kumimoji="0" lang="en-US" altLang="en-US" sz="2000" b="0" i="0" u="none" strike="noStrike" cap="none" normalizeH="0" baseline="0" dirty="0" err="1">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contactno</a:t>
            </a: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Registration detail stores in user table. After the registration user can login to the website by entering </a:t>
            </a:r>
            <a:r>
              <a:rPr kumimoji="0" lang="en-US" altLang="en-US" sz="2000" b="0" i="0" u="none" strike="noStrike" cap="none" normalizeH="0" baseline="0" dirty="0" err="1">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emailid</a:t>
            </a: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and password in the login process. The registration detail verifies from user/enroller table.</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77269F44-D73A-4CAA-8541-16137B0361E5}"/>
              </a:ext>
            </a:extLst>
          </p:cNvPr>
          <p:cNvSpPr>
            <a:spLocks noChangeArrowheads="1"/>
          </p:cNvSpPr>
          <p:nvPr/>
        </p:nvSpPr>
        <p:spPr bwMode="auto">
          <a:xfrm>
            <a:off x="0" y="93154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5" name="Picture 4">
            <a:extLst>
              <a:ext uri="{FF2B5EF4-FFF2-40B4-BE49-F238E27FC236}">
                <a16:creationId xmlns:a16="http://schemas.microsoft.com/office/drawing/2014/main" id="{C836EC72-9DD7-4FE6-93BE-FE39C2792BED}"/>
              </a:ext>
            </a:extLst>
          </p:cNvPr>
          <p:cNvPicPr>
            <a:picLocks noChangeAspect="1"/>
          </p:cNvPicPr>
          <p:nvPr/>
        </p:nvPicPr>
        <p:blipFill>
          <a:blip r:embed="rId2"/>
          <a:stretch>
            <a:fillRect/>
          </a:stretch>
        </p:blipFill>
        <p:spPr>
          <a:xfrm>
            <a:off x="443753" y="1896035"/>
            <a:ext cx="6306671" cy="4719918"/>
          </a:xfrm>
          <a:prstGeom prst="rect">
            <a:avLst/>
          </a:prstGeom>
        </p:spPr>
      </p:pic>
    </p:spTree>
    <p:extLst>
      <p:ext uri="{BB962C8B-B14F-4D97-AF65-F5344CB8AC3E}">
        <p14:creationId xmlns:p14="http://schemas.microsoft.com/office/powerpoint/2010/main" val="24640606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77006BA-9E1A-4B4F-9218-F271C217505A}"/>
              </a:ext>
            </a:extLst>
          </p:cNvPr>
          <p:cNvSpPr>
            <a:spLocks noGrp="1"/>
          </p:cNvSpPr>
          <p:nvPr>
            <p:ph type="sldNum" sz="quarter" idx="12"/>
          </p:nvPr>
        </p:nvSpPr>
        <p:spPr>
          <a:xfrm>
            <a:off x="10651474" y="6492875"/>
            <a:ext cx="1303964" cy="365125"/>
          </a:xfrm>
        </p:spPr>
        <p:txBody>
          <a:bodyPr/>
          <a:lstStyle/>
          <a:p>
            <a:r>
              <a:rPr lang="en-IN" b="1" dirty="0">
                <a:solidFill>
                  <a:schemeClr val="tx1"/>
                </a:solidFill>
                <a:latin typeface="Times New Roman" panose="02020603050405020304" pitchFamily="18" charset="0"/>
                <a:cs typeface="Times New Roman" panose="02020603050405020304" pitchFamily="18" charset="0"/>
              </a:rPr>
              <a:t>PG NO: </a:t>
            </a:r>
            <a:fld id="{B54A08B0-5A9A-4946-919B-A6856108856E}" type="slidenum">
              <a:rPr lang="en-IN" smtClean="0">
                <a:solidFill>
                  <a:schemeClr val="tx1"/>
                </a:solidFill>
              </a:rPr>
              <a:t>53</a:t>
            </a:fld>
            <a:endParaRPr lang="en-IN" dirty="0">
              <a:solidFill>
                <a:schemeClr val="tx1"/>
              </a:solidFill>
            </a:endParaRPr>
          </a:p>
        </p:txBody>
      </p:sp>
      <p:sp>
        <p:nvSpPr>
          <p:cNvPr id="3" name="Rectangle 2">
            <a:extLst>
              <a:ext uri="{FF2B5EF4-FFF2-40B4-BE49-F238E27FC236}">
                <a16:creationId xmlns:a16="http://schemas.microsoft.com/office/drawing/2014/main" id="{44C0AF58-F3A1-4471-9C6D-48961AE8C633}"/>
              </a:ext>
            </a:extLst>
          </p:cNvPr>
          <p:cNvSpPr/>
          <p:nvPr/>
        </p:nvSpPr>
        <p:spPr>
          <a:xfrm>
            <a:off x="183777" y="310458"/>
            <a:ext cx="6096000" cy="3270767"/>
          </a:xfrm>
          <a:prstGeom prst="rect">
            <a:avLst/>
          </a:prstGeom>
        </p:spPr>
        <p:txBody>
          <a:bodyPr>
            <a:spAutoFit/>
          </a:bodyPr>
          <a:lstStyle/>
          <a:p>
            <a:pPr>
              <a:lnSpc>
                <a:spcPct val="150000"/>
              </a:lnSpc>
              <a:spcAft>
                <a:spcPts val="0"/>
              </a:spcAft>
            </a:pPr>
            <a:r>
              <a:rPr lang="en-US" sz="2800" b="1" u="sng" dirty="0">
                <a:latin typeface="Times New Roman" panose="02020603050405020304" pitchFamily="18" charset="0"/>
                <a:ea typeface="Times New Roman" panose="02020603050405020304" pitchFamily="18" charset="0"/>
              </a:rPr>
              <a:t>Structured English</a:t>
            </a:r>
            <a:endParaRPr lang="en-IN" sz="1400" dirty="0">
              <a:latin typeface="Times New Roman" panose="02020603050405020304" pitchFamily="18" charset="0"/>
              <a:ea typeface="Times New Roman" panose="02020603050405020304" pitchFamily="18" charset="0"/>
            </a:endParaRPr>
          </a:p>
          <a:p>
            <a:pPr>
              <a:spcAft>
                <a:spcPts val="0"/>
              </a:spcAft>
            </a:pP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Flow chart for Enroller registration:</a:t>
            </a:r>
            <a:endParaRPr lang="en-IN" sz="2000" dirty="0">
              <a:latin typeface="Times New Roman" panose="02020603050405020304" pitchFamily="18" charset="0"/>
              <a:ea typeface="Times New Roman" panose="02020603050405020304" pitchFamily="18" charset="0"/>
              <a:cs typeface="Times New Roman" panose="02020603050405020304" pitchFamily="18" charset="0"/>
            </a:endParaRPr>
          </a:p>
          <a:p>
            <a:pPr>
              <a:spcAft>
                <a:spcPts val="0"/>
              </a:spcAft>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Name:  To create enroller registration and login</a:t>
            </a:r>
            <a:endParaRPr lang="en-IN" sz="2000" dirty="0">
              <a:latin typeface="Times New Roman" panose="02020603050405020304" pitchFamily="18" charset="0"/>
              <a:ea typeface="Times New Roman" panose="02020603050405020304" pitchFamily="18" charset="0"/>
              <a:cs typeface="Times New Roman" panose="02020603050405020304" pitchFamily="18" charset="0"/>
            </a:endParaRPr>
          </a:p>
          <a:p>
            <a:pPr>
              <a:spcAft>
                <a:spcPts val="0"/>
              </a:spcAft>
            </a:pP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Process description:</a:t>
            </a:r>
            <a:endParaRPr lang="en-IN" sz="2000" dirty="0">
              <a:latin typeface="Times New Roman" panose="02020603050405020304" pitchFamily="18" charset="0"/>
              <a:ea typeface="Times New Roman" panose="02020603050405020304" pitchFamily="18" charset="0"/>
              <a:cs typeface="Times New Roman" panose="02020603050405020304" pitchFamily="18" charset="0"/>
            </a:endParaRPr>
          </a:p>
          <a:p>
            <a:pPr>
              <a:spcAft>
                <a:spcPts val="0"/>
              </a:spcAft>
            </a:pP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Input data flows: </a:t>
            </a:r>
            <a:r>
              <a:rPr lang="en-US" sz="2000" dirty="0">
                <a:latin typeface="Times New Roman" panose="02020603050405020304" pitchFamily="18" charset="0"/>
                <a:ea typeface="Times New Roman" panose="02020603050405020304" pitchFamily="18" charset="0"/>
                <a:cs typeface="Times New Roman" panose="02020603050405020304" pitchFamily="18" charset="0"/>
              </a:rPr>
              <a:t>enroller registration detail, Enroller login detail</a:t>
            </a:r>
            <a:endParaRPr lang="en-IN" sz="2000" dirty="0">
              <a:latin typeface="Times New Roman" panose="02020603050405020304" pitchFamily="18" charset="0"/>
              <a:ea typeface="Times New Roman" panose="02020603050405020304" pitchFamily="18" charset="0"/>
              <a:cs typeface="Times New Roman" panose="02020603050405020304" pitchFamily="18" charset="0"/>
            </a:endParaRPr>
          </a:p>
          <a:p>
            <a:pPr>
              <a:spcAft>
                <a:spcPts val="0"/>
              </a:spcAft>
            </a:pP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Output data flows</a:t>
            </a:r>
            <a:r>
              <a:rPr lang="en-US" sz="2000" dirty="0">
                <a:latin typeface="Times New Roman" panose="02020603050405020304" pitchFamily="18" charset="0"/>
                <a:ea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nSpc>
                <a:spcPct val="115000"/>
              </a:lnSpc>
              <a:spcAft>
                <a:spcPts val="0"/>
              </a:spcAft>
              <a:buFont typeface="Symbol" panose="05050102010706020507" pitchFamily="18" charset="2"/>
              <a:buChar char=""/>
            </a:pPr>
            <a:r>
              <a:rPr lang="en-IN" sz="2000" dirty="0">
                <a:latin typeface="Times New Roman" panose="02020603050405020304" pitchFamily="18" charset="0"/>
                <a:ea typeface="Calibri" panose="020F0502020204030204" pitchFamily="34" charset="0"/>
                <a:cs typeface="Times New Roman" panose="02020603050405020304" pitchFamily="18" charset="0"/>
              </a:rPr>
              <a:t>Enroller registration detail entered successfully</a:t>
            </a:r>
          </a:p>
          <a:p>
            <a:pPr marL="342900" lvl="0" indent="-342900">
              <a:lnSpc>
                <a:spcPct val="115000"/>
              </a:lnSpc>
              <a:spcAft>
                <a:spcPts val="1000"/>
              </a:spcAft>
              <a:buFont typeface="Symbol" panose="05050102010706020507" pitchFamily="18" charset="2"/>
              <a:buChar char=""/>
            </a:pPr>
            <a:r>
              <a:rPr lang="en-IN" sz="2000" dirty="0">
                <a:latin typeface="Times New Roman" panose="02020603050405020304" pitchFamily="18" charset="0"/>
                <a:ea typeface="Calibri" panose="020F0502020204030204" pitchFamily="34" charset="0"/>
                <a:cs typeface="Times New Roman" panose="02020603050405020304" pitchFamily="18" charset="0"/>
              </a:rPr>
              <a:t>Enroller logged in successfully</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p:txBody>
      </p:sp>
      <p:cxnSp>
        <p:nvCxnSpPr>
          <p:cNvPr id="5" name="Straight Connector 4">
            <a:extLst>
              <a:ext uri="{FF2B5EF4-FFF2-40B4-BE49-F238E27FC236}">
                <a16:creationId xmlns:a16="http://schemas.microsoft.com/office/drawing/2014/main" id="{32638743-FC17-46E0-B877-F2C6BEFBDAB4}"/>
              </a:ext>
            </a:extLst>
          </p:cNvPr>
          <p:cNvCxnSpPr/>
          <p:nvPr/>
        </p:nvCxnSpPr>
        <p:spPr>
          <a:xfrm>
            <a:off x="5997388" y="0"/>
            <a:ext cx="98612" cy="6858000"/>
          </a:xfrm>
          <a:prstGeom prst="line">
            <a:avLst/>
          </a:prstGeom>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579EF6E0-DC11-413C-B448-1F0933FA197C}"/>
              </a:ext>
            </a:extLst>
          </p:cNvPr>
          <p:cNvSpPr/>
          <p:nvPr/>
        </p:nvSpPr>
        <p:spPr>
          <a:xfrm>
            <a:off x="6096000" y="64798"/>
            <a:ext cx="6096000" cy="6247864"/>
          </a:xfrm>
          <a:prstGeom prst="rect">
            <a:avLst/>
          </a:prstGeom>
        </p:spPr>
        <p:txBody>
          <a:bodyPr>
            <a:spAutoFit/>
          </a:bodyPr>
          <a:lstStyle/>
          <a:p>
            <a:pPr>
              <a:spcAft>
                <a:spcPts val="0"/>
              </a:spcAft>
            </a:pPr>
            <a:r>
              <a:rPr lang="en-US" sz="2000" b="1" dirty="0">
                <a:latin typeface="Times New Roman" panose="02020603050405020304" pitchFamily="18" charset="0"/>
                <a:ea typeface="Times New Roman" panose="02020603050405020304" pitchFamily="18" charset="0"/>
              </a:rPr>
              <a:t>For enroller registration:</a:t>
            </a:r>
            <a:br>
              <a:rPr lang="en-US" sz="2000" b="1" dirty="0">
                <a:latin typeface="Times New Roman" panose="02020603050405020304" pitchFamily="18" charset="0"/>
                <a:ea typeface="Times New Roman" panose="02020603050405020304" pitchFamily="18" charset="0"/>
              </a:rPr>
            </a:br>
            <a:r>
              <a:rPr lang="en-US" sz="2000" dirty="0">
                <a:latin typeface="Times New Roman" panose="02020603050405020304" pitchFamily="18" charset="0"/>
                <a:ea typeface="Times New Roman" panose="02020603050405020304" pitchFamily="18" charset="0"/>
              </a:rPr>
              <a:t>If(</a:t>
            </a:r>
            <a:r>
              <a:rPr lang="en-US" sz="2000" dirty="0" err="1">
                <a:latin typeface="Times New Roman" panose="02020603050405020304" pitchFamily="18" charset="0"/>
                <a:ea typeface="Times New Roman" panose="02020603050405020304" pitchFamily="18" charset="0"/>
              </a:rPr>
              <a:t>registrationdetails</a:t>
            </a:r>
            <a:r>
              <a:rPr lang="en-US" sz="2000" dirty="0">
                <a:latin typeface="Times New Roman" panose="02020603050405020304" pitchFamily="18" charset="0"/>
                <a:ea typeface="Times New Roman" panose="02020603050405020304" pitchFamily="18" charset="0"/>
              </a:rPr>
              <a:t>==valid)</a:t>
            </a:r>
            <a:br>
              <a:rPr lang="en-US" sz="2000" dirty="0">
                <a:latin typeface="Times New Roman" panose="02020603050405020304" pitchFamily="18" charset="0"/>
                <a:ea typeface="Times New Roman" panose="02020603050405020304" pitchFamily="18" charset="0"/>
              </a:rPr>
            </a:br>
            <a:r>
              <a:rPr lang="en-US" sz="2000" dirty="0" err="1">
                <a:latin typeface="Times New Roman" panose="02020603050405020304" pitchFamily="18" charset="0"/>
                <a:ea typeface="Times New Roman" panose="02020603050405020304" pitchFamily="18" charset="0"/>
              </a:rPr>
              <a:t>emailid</a:t>
            </a:r>
            <a:r>
              <a:rPr lang="en-US" sz="2000" dirty="0">
                <a:latin typeface="Times New Roman" panose="02020603050405020304" pitchFamily="18" charset="0"/>
                <a:ea typeface="Times New Roman" panose="02020603050405020304" pitchFamily="18" charset="0"/>
              </a:rPr>
              <a:t> = Check whether entered email id is valid;</a:t>
            </a:r>
            <a:br>
              <a:rPr lang="en-US" sz="2000" dirty="0">
                <a:latin typeface="Times New Roman" panose="02020603050405020304" pitchFamily="18" charset="0"/>
                <a:ea typeface="Times New Roman" panose="02020603050405020304" pitchFamily="18" charset="0"/>
              </a:rPr>
            </a:br>
            <a:r>
              <a:rPr lang="en-US" sz="2000" dirty="0">
                <a:latin typeface="Times New Roman" panose="02020603050405020304" pitchFamily="18" charset="0"/>
                <a:ea typeface="Times New Roman" panose="02020603050405020304" pitchFamily="18" charset="0"/>
              </a:rPr>
              <a:t>password = Check whether entered password is valid</a:t>
            </a:r>
            <a:br>
              <a:rPr lang="en-US" sz="2000" dirty="0">
                <a:latin typeface="Times New Roman" panose="02020603050405020304" pitchFamily="18" charset="0"/>
                <a:ea typeface="Times New Roman" panose="02020603050405020304" pitchFamily="18" charset="0"/>
              </a:rPr>
            </a:br>
            <a:r>
              <a:rPr lang="en-US" sz="2000" dirty="0" err="1">
                <a:latin typeface="Times New Roman" panose="02020603050405020304" pitchFamily="18" charset="0"/>
                <a:ea typeface="Times New Roman" panose="02020603050405020304" pitchFamily="18" charset="0"/>
              </a:rPr>
              <a:t>ConfirmPassword</a:t>
            </a:r>
            <a:r>
              <a:rPr lang="en-US" sz="2000" dirty="0">
                <a:latin typeface="Times New Roman" panose="02020603050405020304" pitchFamily="18" charset="0"/>
                <a:ea typeface="Times New Roman" panose="02020603050405020304" pitchFamily="18" charset="0"/>
              </a:rPr>
              <a:t> = Check whether password and confirm password is valid</a:t>
            </a:r>
            <a:br>
              <a:rPr lang="en-US" sz="2000" dirty="0">
                <a:latin typeface="Times New Roman" panose="02020603050405020304" pitchFamily="18" charset="0"/>
                <a:ea typeface="Times New Roman" panose="02020603050405020304" pitchFamily="18" charset="0"/>
              </a:rPr>
            </a:br>
            <a:r>
              <a:rPr lang="en-US" sz="2000" dirty="0" err="1">
                <a:latin typeface="Times New Roman" panose="02020603050405020304" pitchFamily="18" charset="0"/>
                <a:ea typeface="Times New Roman" panose="02020603050405020304" pitchFamily="18" charset="0"/>
              </a:rPr>
              <a:t>ContactNumber</a:t>
            </a:r>
            <a:r>
              <a:rPr lang="en-US" sz="2000" dirty="0">
                <a:latin typeface="Times New Roman" panose="02020603050405020304" pitchFamily="18" charset="0"/>
                <a:ea typeface="Times New Roman" panose="02020603050405020304" pitchFamily="18" charset="0"/>
              </a:rPr>
              <a:t> = Check whether contact number is valid</a:t>
            </a:r>
            <a:br>
              <a:rPr lang="en-US" sz="2000" dirty="0">
                <a:latin typeface="Times New Roman" panose="02020603050405020304" pitchFamily="18" charset="0"/>
                <a:ea typeface="Times New Roman" panose="02020603050405020304" pitchFamily="18" charset="0"/>
              </a:rPr>
            </a:br>
            <a:r>
              <a:rPr lang="en-US" sz="2000" b="1" dirty="0">
                <a:latin typeface="Times New Roman" panose="02020603050405020304" pitchFamily="18" charset="0"/>
                <a:ea typeface="Times New Roman" panose="02020603050405020304" pitchFamily="18" charset="0"/>
              </a:rPr>
              <a:t>Output: </a:t>
            </a:r>
            <a:r>
              <a:rPr lang="en-US" sz="2000" dirty="0">
                <a:latin typeface="Times New Roman" panose="02020603050405020304" pitchFamily="18" charset="0"/>
                <a:ea typeface="Times New Roman" panose="02020603050405020304" pitchFamily="18" charset="0"/>
              </a:rPr>
              <a:t>Enroller registration done successfully</a:t>
            </a:r>
            <a:br>
              <a:rPr lang="en-US" sz="2000" dirty="0">
                <a:latin typeface="Times New Roman" panose="02020603050405020304" pitchFamily="18" charset="0"/>
                <a:ea typeface="Times New Roman" panose="02020603050405020304" pitchFamily="18" charset="0"/>
              </a:rPr>
            </a:br>
            <a:r>
              <a:rPr lang="en-US" sz="2000" dirty="0">
                <a:latin typeface="Times New Roman" panose="02020603050405020304" pitchFamily="18" charset="0"/>
                <a:ea typeface="Times New Roman" panose="02020603050405020304" pitchFamily="18" charset="0"/>
              </a:rPr>
              <a:t>Else</a:t>
            </a:r>
            <a:br>
              <a:rPr lang="en-US" sz="2000" dirty="0">
                <a:latin typeface="Times New Roman" panose="02020603050405020304" pitchFamily="18" charset="0"/>
                <a:ea typeface="Times New Roman" panose="02020603050405020304" pitchFamily="18" charset="0"/>
              </a:rPr>
            </a:br>
            <a:r>
              <a:rPr lang="en-US" sz="2000" b="1" dirty="0">
                <a:latin typeface="Times New Roman" panose="02020603050405020304" pitchFamily="18" charset="0"/>
                <a:ea typeface="Times New Roman" panose="02020603050405020304" pitchFamily="18" charset="0"/>
              </a:rPr>
              <a:t>Output:</a:t>
            </a:r>
            <a:r>
              <a:rPr lang="en-US" sz="2000" dirty="0">
                <a:latin typeface="Times New Roman" panose="02020603050405020304" pitchFamily="18" charset="0"/>
                <a:ea typeface="Times New Roman" panose="02020603050405020304" pitchFamily="18" charset="0"/>
              </a:rPr>
              <a:t> Failed to register</a:t>
            </a:r>
            <a:br>
              <a:rPr lang="en-US" sz="2000" dirty="0">
                <a:latin typeface="Times New Roman" panose="02020603050405020304" pitchFamily="18" charset="0"/>
                <a:ea typeface="Times New Roman" panose="02020603050405020304" pitchFamily="18" charset="0"/>
              </a:rPr>
            </a:br>
            <a:r>
              <a:rPr lang="en-US" sz="2000" dirty="0">
                <a:latin typeface="Times New Roman" panose="02020603050405020304" pitchFamily="18" charset="0"/>
                <a:ea typeface="Times New Roman" panose="02020603050405020304" pitchFamily="18" charset="0"/>
              </a:rPr>
              <a:t>End If</a:t>
            </a:r>
            <a:endParaRPr lang="en-IN" sz="2000" dirty="0">
              <a:latin typeface="Times New Roman" panose="02020603050405020304" pitchFamily="18" charset="0"/>
              <a:ea typeface="Times New Roman" panose="02020603050405020304" pitchFamily="18" charset="0"/>
            </a:endParaRPr>
          </a:p>
          <a:p>
            <a:pPr>
              <a:spcAft>
                <a:spcPts val="0"/>
              </a:spcAft>
            </a:pPr>
            <a:r>
              <a:rPr lang="en-US" sz="2000" b="1" dirty="0">
                <a:latin typeface="Times New Roman" panose="02020603050405020304" pitchFamily="18" charset="0"/>
                <a:ea typeface="Times New Roman" panose="02020603050405020304" pitchFamily="18" charset="0"/>
              </a:rPr>
              <a:t>For Enroller login:</a:t>
            </a:r>
            <a:br>
              <a:rPr lang="en-US" sz="2000" b="1" dirty="0">
                <a:latin typeface="Times New Roman" panose="02020603050405020304" pitchFamily="18" charset="0"/>
                <a:ea typeface="Times New Roman" panose="02020603050405020304" pitchFamily="18" charset="0"/>
              </a:rPr>
            </a:br>
            <a:r>
              <a:rPr lang="en-US" sz="2000" dirty="0">
                <a:latin typeface="Times New Roman" panose="02020603050405020304" pitchFamily="18" charset="0"/>
                <a:ea typeface="Times New Roman" panose="02020603050405020304" pitchFamily="18" charset="0"/>
              </a:rPr>
              <a:t>if(Login credentials == valid)</a:t>
            </a:r>
            <a:br>
              <a:rPr lang="en-US" sz="2000" dirty="0">
                <a:latin typeface="Times New Roman" panose="02020603050405020304" pitchFamily="18" charset="0"/>
                <a:ea typeface="Times New Roman" panose="02020603050405020304" pitchFamily="18" charset="0"/>
              </a:rPr>
            </a:br>
            <a:r>
              <a:rPr lang="en-US" sz="2000" b="1" dirty="0">
                <a:latin typeface="Times New Roman" panose="02020603050405020304" pitchFamily="18" charset="0"/>
                <a:ea typeface="Times New Roman" panose="02020603050405020304" pitchFamily="18" charset="0"/>
              </a:rPr>
              <a:t>Output: </a:t>
            </a:r>
            <a:r>
              <a:rPr lang="en-US" sz="2000" dirty="0">
                <a:latin typeface="Times New Roman" panose="02020603050405020304" pitchFamily="18" charset="0"/>
                <a:ea typeface="Times New Roman" panose="02020603050405020304" pitchFamily="18" charset="0"/>
              </a:rPr>
              <a:t>Logged in successfully..</a:t>
            </a:r>
            <a:br>
              <a:rPr lang="en-US" sz="2000" dirty="0">
                <a:latin typeface="Times New Roman" panose="02020603050405020304" pitchFamily="18" charset="0"/>
                <a:ea typeface="Times New Roman" panose="02020603050405020304" pitchFamily="18" charset="0"/>
              </a:rPr>
            </a:br>
            <a:r>
              <a:rPr lang="en-US" sz="2000" dirty="0">
                <a:latin typeface="Times New Roman" panose="02020603050405020304" pitchFamily="18" charset="0"/>
                <a:ea typeface="Times New Roman" panose="02020603050405020304" pitchFamily="18" charset="0"/>
              </a:rPr>
              <a:t>Else</a:t>
            </a:r>
            <a:br>
              <a:rPr lang="en-US" sz="2000" dirty="0">
                <a:latin typeface="Times New Roman" panose="02020603050405020304" pitchFamily="18" charset="0"/>
                <a:ea typeface="Times New Roman" panose="02020603050405020304" pitchFamily="18" charset="0"/>
              </a:rPr>
            </a:br>
            <a:r>
              <a:rPr lang="en-US" sz="2000" b="1" dirty="0">
                <a:latin typeface="Times New Roman" panose="02020603050405020304" pitchFamily="18" charset="0"/>
                <a:ea typeface="Times New Roman" panose="02020603050405020304" pitchFamily="18" charset="0"/>
              </a:rPr>
              <a:t>Output: </a:t>
            </a:r>
            <a:r>
              <a:rPr lang="en-US" sz="2000" dirty="0">
                <a:latin typeface="Times New Roman" panose="02020603050405020304" pitchFamily="18" charset="0"/>
                <a:ea typeface="Times New Roman" panose="02020603050405020304" pitchFamily="18" charset="0"/>
              </a:rPr>
              <a:t>Kindly enter valid login id and password</a:t>
            </a:r>
            <a:br>
              <a:rPr lang="en-US" sz="2000" dirty="0">
                <a:latin typeface="Times New Roman" panose="02020603050405020304" pitchFamily="18" charset="0"/>
                <a:ea typeface="Times New Roman" panose="02020603050405020304" pitchFamily="18" charset="0"/>
              </a:rPr>
            </a:br>
            <a:r>
              <a:rPr lang="en-US" sz="2000" dirty="0">
                <a:latin typeface="Times New Roman" panose="02020603050405020304" pitchFamily="18" charset="0"/>
                <a:ea typeface="Times New Roman" panose="02020603050405020304" pitchFamily="18" charset="0"/>
              </a:rPr>
              <a:t>End If</a:t>
            </a:r>
            <a:endParaRPr lang="en-IN" sz="2000" dirty="0">
              <a:latin typeface="Times New Roman" panose="02020603050405020304" pitchFamily="18" charset="0"/>
              <a:ea typeface="Times New Roman" panose="02020603050405020304" pitchFamily="18" charset="0"/>
            </a:endParaRPr>
          </a:p>
          <a:p>
            <a:pPr>
              <a:spcAft>
                <a:spcPts val="0"/>
              </a:spcAft>
            </a:pPr>
            <a:r>
              <a:rPr lang="en-US" sz="2000" dirty="0">
                <a:latin typeface="Times New Roman" panose="02020603050405020304" pitchFamily="18" charset="0"/>
                <a:ea typeface="Times New Roman" panose="02020603050405020304" pitchFamily="18" charset="0"/>
              </a:rPr>
              <a:t> </a:t>
            </a:r>
            <a:endParaRPr lang="en-IN" sz="2000" dirty="0">
              <a:latin typeface="Times New Roman" panose="02020603050405020304" pitchFamily="18" charset="0"/>
              <a:ea typeface="Times New Roman" panose="02020603050405020304" pitchFamily="18" charset="0"/>
            </a:endParaRPr>
          </a:p>
          <a:p>
            <a:pPr>
              <a:spcAft>
                <a:spcPts val="0"/>
              </a:spcAft>
            </a:pPr>
            <a:r>
              <a:rPr lang="en-US" sz="2000" dirty="0">
                <a:latin typeface="Times New Roman" panose="02020603050405020304" pitchFamily="18" charset="0"/>
                <a:ea typeface="Times New Roman" panose="02020603050405020304" pitchFamily="18" charset="0"/>
              </a:rPr>
              <a:t> </a:t>
            </a:r>
            <a:endParaRPr lang="en-IN" sz="2000" dirty="0">
              <a:latin typeface="Times New Roman" panose="02020603050405020304" pitchFamily="18" charset="0"/>
              <a:ea typeface="Times New Roman" panose="02020603050405020304" pitchFamily="18" charset="0"/>
            </a:endParaRPr>
          </a:p>
          <a:p>
            <a:pPr>
              <a:spcAft>
                <a:spcPts val="0"/>
              </a:spcAft>
            </a:pPr>
            <a:r>
              <a:rPr lang="en-US" sz="2000" dirty="0">
                <a:latin typeface="Times New Roman" panose="02020603050405020304" pitchFamily="18" charset="0"/>
                <a:ea typeface="Times New Roman" panose="02020603050405020304" pitchFamily="18" charset="0"/>
              </a:rPr>
              <a:t> </a:t>
            </a:r>
            <a:endParaRPr lang="en-IN" sz="2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819980309"/>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77006BA-9E1A-4B4F-9218-F271C217505A}"/>
              </a:ext>
            </a:extLst>
          </p:cNvPr>
          <p:cNvSpPr>
            <a:spLocks noGrp="1"/>
          </p:cNvSpPr>
          <p:nvPr>
            <p:ph type="sldNum" sz="quarter" idx="12"/>
          </p:nvPr>
        </p:nvSpPr>
        <p:spPr>
          <a:xfrm>
            <a:off x="11179557" y="6406488"/>
            <a:ext cx="949122" cy="365125"/>
          </a:xfrm>
        </p:spPr>
        <p:txBody>
          <a:bodyPr/>
          <a:lstStyle/>
          <a:p>
            <a:r>
              <a:rPr lang="en-IN" b="1" dirty="0">
                <a:solidFill>
                  <a:schemeClr val="tx1"/>
                </a:solidFill>
                <a:latin typeface="Times New Roman" panose="02020603050405020304" pitchFamily="18" charset="0"/>
                <a:cs typeface="Times New Roman" panose="02020603050405020304" pitchFamily="18" charset="0"/>
              </a:rPr>
              <a:t>PG NO: </a:t>
            </a:r>
            <a:fld id="{B54A08B0-5A9A-4946-919B-A6856108856E}" type="slidenum">
              <a:rPr lang="en-IN" smtClean="0">
                <a:solidFill>
                  <a:schemeClr val="tx1"/>
                </a:solidFill>
              </a:rPr>
              <a:t>54</a:t>
            </a:fld>
            <a:endParaRPr lang="en-IN" dirty="0">
              <a:solidFill>
                <a:schemeClr val="tx1"/>
              </a:solidFill>
            </a:endParaRPr>
          </a:p>
        </p:txBody>
      </p:sp>
      <p:sp>
        <p:nvSpPr>
          <p:cNvPr id="3" name="Rectangle 2">
            <a:extLst>
              <a:ext uri="{FF2B5EF4-FFF2-40B4-BE49-F238E27FC236}">
                <a16:creationId xmlns:a16="http://schemas.microsoft.com/office/drawing/2014/main" id="{030E7F62-19AB-4238-AC58-987EC9FEFA99}"/>
              </a:ext>
            </a:extLst>
          </p:cNvPr>
          <p:cNvSpPr>
            <a:spLocks noChangeArrowheads="1"/>
          </p:cNvSpPr>
          <p:nvPr/>
        </p:nvSpPr>
        <p:spPr bwMode="auto">
          <a:xfrm>
            <a:off x="61632" y="0"/>
            <a:ext cx="11008658"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5.4. LLR Application</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This process will explain how the Learning license application works in our project. First user needs to apply for learning license. After applying learning license those detail stores in </a:t>
            </a:r>
            <a:r>
              <a:rPr kumimoji="0" lang="en-US" altLang="en-US" sz="2000" b="0" i="0" u="none" strike="noStrike" cap="none" normalizeH="0" baseline="0" dirty="0" err="1">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llr</a:t>
            </a: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table. After entering detail, the user needs to pay for learning license. From the employee end employee needs to take test to approve learning license. The test detail stores in test table. After the test the employee can verify or reject LLR application.</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9217" name="Picture 12">
            <a:extLst>
              <a:ext uri="{FF2B5EF4-FFF2-40B4-BE49-F238E27FC236}">
                <a16:creationId xmlns:a16="http://schemas.microsoft.com/office/drawing/2014/main" id="{0DB2F9FC-7495-4AA1-88CD-80963AA021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7882" y="1922930"/>
            <a:ext cx="5234268" cy="448355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5C61056D-9576-486C-A2CF-6A0FDD5409DB}"/>
              </a:ext>
            </a:extLst>
          </p:cNvPr>
          <p:cNvSpPr>
            <a:spLocks noChangeArrowheads="1"/>
          </p:cNvSpPr>
          <p:nvPr/>
        </p:nvSpPr>
        <p:spPr bwMode="auto">
          <a:xfrm>
            <a:off x="0" y="801052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356389060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77006BA-9E1A-4B4F-9218-F271C217505A}"/>
              </a:ext>
            </a:extLst>
          </p:cNvPr>
          <p:cNvSpPr>
            <a:spLocks noGrp="1"/>
          </p:cNvSpPr>
          <p:nvPr>
            <p:ph type="sldNum" sz="quarter" idx="12"/>
          </p:nvPr>
        </p:nvSpPr>
        <p:spPr>
          <a:xfrm>
            <a:off x="10924430" y="6492875"/>
            <a:ext cx="1140191" cy="365125"/>
          </a:xfrm>
        </p:spPr>
        <p:txBody>
          <a:bodyPr/>
          <a:lstStyle/>
          <a:p>
            <a:r>
              <a:rPr lang="en-IN" b="1" dirty="0">
                <a:solidFill>
                  <a:schemeClr val="tx1"/>
                </a:solidFill>
                <a:latin typeface="Times New Roman" panose="02020603050405020304" pitchFamily="18" charset="0"/>
                <a:cs typeface="Times New Roman" panose="02020603050405020304" pitchFamily="18" charset="0"/>
              </a:rPr>
              <a:t>PG NO: </a:t>
            </a:r>
            <a:fld id="{B54A08B0-5A9A-4946-919B-A6856108856E}" type="slidenum">
              <a:rPr lang="en-IN" smtClean="0">
                <a:solidFill>
                  <a:schemeClr val="tx1"/>
                </a:solidFill>
              </a:rPr>
              <a:t>55</a:t>
            </a:fld>
            <a:endParaRPr lang="en-IN" dirty="0">
              <a:solidFill>
                <a:schemeClr val="tx1"/>
              </a:solidFill>
            </a:endParaRPr>
          </a:p>
        </p:txBody>
      </p:sp>
      <p:sp>
        <p:nvSpPr>
          <p:cNvPr id="3" name="Rectangle 2">
            <a:extLst>
              <a:ext uri="{FF2B5EF4-FFF2-40B4-BE49-F238E27FC236}">
                <a16:creationId xmlns:a16="http://schemas.microsoft.com/office/drawing/2014/main" id="{071BC8B4-623C-4D96-9831-F2909A22A6B1}"/>
              </a:ext>
            </a:extLst>
          </p:cNvPr>
          <p:cNvSpPr/>
          <p:nvPr/>
        </p:nvSpPr>
        <p:spPr>
          <a:xfrm>
            <a:off x="373039" y="264923"/>
            <a:ext cx="5836692" cy="4080412"/>
          </a:xfrm>
          <a:prstGeom prst="rect">
            <a:avLst/>
          </a:prstGeom>
        </p:spPr>
        <p:txBody>
          <a:bodyPr wrap="square">
            <a:spAutoFit/>
          </a:bodyPr>
          <a:lstStyle/>
          <a:p>
            <a:pPr>
              <a:spcBef>
                <a:spcPts val="600"/>
              </a:spcBef>
              <a:spcAft>
                <a:spcPts val="0"/>
              </a:spcAft>
            </a:pPr>
            <a:r>
              <a:rPr lang="en-US" sz="2400" b="1" u="sng" dirty="0">
                <a:latin typeface="Times New Roman" panose="02020603050405020304" pitchFamily="18" charset="0"/>
                <a:ea typeface="Times New Roman" panose="02020603050405020304" pitchFamily="18" charset="0"/>
                <a:cs typeface="Times New Roman" panose="02020603050405020304" pitchFamily="18" charset="0"/>
              </a:rPr>
              <a:t>Structured English</a:t>
            </a:r>
            <a:endParaRPr lang="en-IN" sz="2400" dirty="0">
              <a:latin typeface="Times New Roman" panose="02020603050405020304" pitchFamily="18" charset="0"/>
              <a:ea typeface="Times New Roman" panose="02020603050405020304" pitchFamily="18" charset="0"/>
              <a:cs typeface="Times New Roman" panose="02020603050405020304" pitchFamily="18" charset="0"/>
            </a:endParaRPr>
          </a:p>
          <a:p>
            <a:pPr>
              <a:spcBef>
                <a:spcPts val="600"/>
              </a:spcBef>
              <a:spcAft>
                <a:spcPts val="0"/>
              </a:spcAft>
            </a:pP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Flow chart for Learning license registration:</a:t>
            </a:r>
            <a:endParaRPr lang="en-IN" sz="2000" dirty="0">
              <a:latin typeface="Times New Roman" panose="02020603050405020304" pitchFamily="18" charset="0"/>
              <a:ea typeface="Times New Roman" panose="02020603050405020304" pitchFamily="18" charset="0"/>
              <a:cs typeface="Times New Roman" panose="02020603050405020304" pitchFamily="18" charset="0"/>
            </a:endParaRPr>
          </a:p>
          <a:p>
            <a:pPr>
              <a:spcAft>
                <a:spcPts val="0"/>
              </a:spcAft>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Name:  Applying for learning license, Making payment, Conducting test</a:t>
            </a:r>
            <a:endParaRPr lang="en-IN" sz="2000" dirty="0">
              <a:latin typeface="Times New Roman" panose="02020603050405020304" pitchFamily="18" charset="0"/>
              <a:ea typeface="Times New Roman" panose="02020603050405020304" pitchFamily="18" charset="0"/>
              <a:cs typeface="Times New Roman" panose="02020603050405020304" pitchFamily="18" charset="0"/>
            </a:endParaRPr>
          </a:p>
          <a:p>
            <a:pPr>
              <a:spcAft>
                <a:spcPts val="0"/>
              </a:spcAft>
            </a:pP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Process description:</a:t>
            </a:r>
            <a:endParaRPr lang="en-IN" sz="2000" dirty="0">
              <a:latin typeface="Times New Roman" panose="02020603050405020304" pitchFamily="18" charset="0"/>
              <a:ea typeface="Times New Roman" panose="02020603050405020304" pitchFamily="18" charset="0"/>
              <a:cs typeface="Times New Roman" panose="02020603050405020304" pitchFamily="18" charset="0"/>
            </a:endParaRPr>
          </a:p>
          <a:p>
            <a:pPr>
              <a:spcAft>
                <a:spcPts val="0"/>
              </a:spcAft>
            </a:pP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Input data flows: </a:t>
            </a:r>
            <a:r>
              <a:rPr lang="en-US" sz="2000" dirty="0">
                <a:latin typeface="Times New Roman" panose="02020603050405020304" pitchFamily="18" charset="0"/>
                <a:ea typeface="Times New Roman" panose="02020603050405020304" pitchFamily="18" charset="0"/>
                <a:cs typeface="Times New Roman" panose="02020603050405020304" pitchFamily="18" charset="0"/>
              </a:rPr>
              <a:t>learning license details, Payment details, learning license verification details</a:t>
            </a:r>
            <a:endParaRPr lang="en-IN" sz="2000" dirty="0">
              <a:latin typeface="Times New Roman" panose="02020603050405020304" pitchFamily="18" charset="0"/>
              <a:ea typeface="Times New Roman" panose="02020603050405020304" pitchFamily="18" charset="0"/>
              <a:cs typeface="Times New Roman" panose="02020603050405020304" pitchFamily="18" charset="0"/>
            </a:endParaRPr>
          </a:p>
          <a:p>
            <a:pPr>
              <a:spcAft>
                <a:spcPts val="0"/>
              </a:spcAft>
            </a:pP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Output data flows</a:t>
            </a:r>
            <a:r>
              <a:rPr lang="en-US" sz="2000" dirty="0">
                <a:latin typeface="Times New Roman" panose="02020603050405020304" pitchFamily="18" charset="0"/>
                <a:ea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nSpc>
                <a:spcPct val="115000"/>
              </a:lnSpc>
              <a:spcAft>
                <a:spcPts val="0"/>
              </a:spcAft>
              <a:buFont typeface="Symbol" panose="05050102010706020507" pitchFamily="18" charset="2"/>
              <a:buChar char=""/>
            </a:pPr>
            <a:r>
              <a:rPr lang="en-IN" sz="2000" dirty="0">
                <a:latin typeface="Times New Roman" panose="02020603050405020304" pitchFamily="18" charset="0"/>
                <a:ea typeface="Calibri" panose="020F0502020204030204" pitchFamily="34" charset="0"/>
                <a:cs typeface="Times New Roman" panose="02020603050405020304" pitchFamily="18" charset="0"/>
              </a:rPr>
              <a:t>System stores learning license details</a:t>
            </a:r>
          </a:p>
          <a:p>
            <a:pPr marL="342900" lvl="0" indent="-342900">
              <a:lnSpc>
                <a:spcPct val="115000"/>
              </a:lnSpc>
              <a:spcAft>
                <a:spcPts val="0"/>
              </a:spcAft>
              <a:buFont typeface="Symbol" panose="05050102010706020507" pitchFamily="18" charset="2"/>
              <a:buChar char=""/>
            </a:pPr>
            <a:r>
              <a:rPr lang="en-IN" sz="2000" dirty="0">
                <a:latin typeface="Times New Roman" panose="02020603050405020304" pitchFamily="18" charset="0"/>
                <a:ea typeface="Calibri" panose="020F0502020204030204" pitchFamily="34" charset="0"/>
                <a:cs typeface="Times New Roman" panose="02020603050405020304" pitchFamily="18" charset="0"/>
              </a:rPr>
              <a:t>System stores payment details</a:t>
            </a:r>
          </a:p>
          <a:p>
            <a:pPr marL="342900" lvl="0" indent="-342900">
              <a:lnSpc>
                <a:spcPct val="115000"/>
              </a:lnSpc>
              <a:spcAft>
                <a:spcPts val="1000"/>
              </a:spcAft>
              <a:buFont typeface="Symbol" panose="05050102010706020507" pitchFamily="18" charset="2"/>
              <a:buChar char=""/>
            </a:pPr>
            <a:r>
              <a:rPr lang="en-IN" sz="2000" dirty="0">
                <a:latin typeface="Times New Roman" panose="02020603050405020304" pitchFamily="18" charset="0"/>
                <a:ea typeface="Calibri" panose="020F0502020204030204" pitchFamily="34" charset="0"/>
                <a:cs typeface="Times New Roman" panose="02020603050405020304" pitchFamily="18" charset="0"/>
              </a:rPr>
              <a:t>System verifies learning license record and issues learning license.</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p:txBody>
      </p:sp>
      <p:cxnSp>
        <p:nvCxnSpPr>
          <p:cNvPr id="5" name="Straight Connector 4">
            <a:extLst>
              <a:ext uri="{FF2B5EF4-FFF2-40B4-BE49-F238E27FC236}">
                <a16:creationId xmlns:a16="http://schemas.microsoft.com/office/drawing/2014/main" id="{9C37662E-4315-4ED7-B092-B45F9FA899A7}"/>
              </a:ext>
            </a:extLst>
          </p:cNvPr>
          <p:cNvCxnSpPr/>
          <p:nvPr/>
        </p:nvCxnSpPr>
        <p:spPr>
          <a:xfrm>
            <a:off x="6096000" y="0"/>
            <a:ext cx="113731" cy="6858000"/>
          </a:xfrm>
          <a:prstGeom prst="line">
            <a:avLst/>
          </a:prstGeom>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AC4646C2-43BF-4502-95AB-3070C522BD72}"/>
              </a:ext>
            </a:extLst>
          </p:cNvPr>
          <p:cNvSpPr/>
          <p:nvPr/>
        </p:nvSpPr>
        <p:spPr>
          <a:xfrm>
            <a:off x="6209731" y="117680"/>
            <a:ext cx="6096000" cy="6247864"/>
          </a:xfrm>
          <a:prstGeom prst="rect">
            <a:avLst/>
          </a:prstGeom>
        </p:spPr>
        <p:txBody>
          <a:bodyPr>
            <a:spAutoFit/>
          </a:bodyPr>
          <a:lstStyle/>
          <a:p>
            <a:pPr>
              <a:spcAft>
                <a:spcPts val="0"/>
              </a:spcAft>
            </a:pPr>
            <a:r>
              <a:rPr lang="en-US" sz="2000" b="1" dirty="0">
                <a:latin typeface="Times New Roman" panose="02020603050405020304" pitchFamily="18" charset="0"/>
                <a:ea typeface="Times New Roman" panose="02020603050405020304" pitchFamily="18" charset="0"/>
              </a:rPr>
              <a:t>For Driving license:</a:t>
            </a:r>
            <a:br>
              <a:rPr lang="en-US" sz="2000" b="1" dirty="0">
                <a:latin typeface="Times New Roman" panose="02020603050405020304" pitchFamily="18" charset="0"/>
                <a:ea typeface="Times New Roman" panose="02020603050405020304" pitchFamily="18" charset="0"/>
              </a:rPr>
            </a:br>
            <a:r>
              <a:rPr lang="en-US" sz="2000" dirty="0">
                <a:latin typeface="Times New Roman" panose="02020603050405020304" pitchFamily="18" charset="0"/>
                <a:ea typeface="Times New Roman" panose="02020603050405020304" pitchFamily="18" charset="0"/>
              </a:rPr>
              <a:t>If(learning license details== valid)</a:t>
            </a:r>
            <a:br>
              <a:rPr lang="en-US" sz="2000" dirty="0">
                <a:latin typeface="Times New Roman" panose="02020603050405020304" pitchFamily="18" charset="0"/>
                <a:ea typeface="Times New Roman" panose="02020603050405020304" pitchFamily="18" charset="0"/>
              </a:rPr>
            </a:br>
            <a:r>
              <a:rPr lang="en-US" sz="2000" b="1" dirty="0">
                <a:latin typeface="Times New Roman" panose="02020603050405020304" pitchFamily="18" charset="0"/>
                <a:ea typeface="Times New Roman" panose="02020603050405020304" pitchFamily="18" charset="0"/>
              </a:rPr>
              <a:t>Output: </a:t>
            </a:r>
            <a:r>
              <a:rPr lang="en-US" sz="2000" dirty="0">
                <a:latin typeface="Times New Roman" panose="02020603050405020304" pitchFamily="18" charset="0"/>
                <a:ea typeface="Times New Roman" panose="02020603050405020304" pitchFamily="18" charset="0"/>
              </a:rPr>
              <a:t>learning license application entry done successfully</a:t>
            </a:r>
            <a:br>
              <a:rPr lang="en-US" sz="2000" dirty="0">
                <a:latin typeface="Times New Roman" panose="02020603050405020304" pitchFamily="18" charset="0"/>
                <a:ea typeface="Times New Roman" panose="02020603050405020304" pitchFamily="18" charset="0"/>
              </a:rPr>
            </a:br>
            <a:r>
              <a:rPr lang="en-US" sz="2000" dirty="0">
                <a:latin typeface="Times New Roman" panose="02020603050405020304" pitchFamily="18" charset="0"/>
                <a:ea typeface="Times New Roman" panose="02020603050405020304" pitchFamily="18" charset="0"/>
              </a:rPr>
              <a:t>Else</a:t>
            </a:r>
            <a:br>
              <a:rPr lang="en-US" sz="2000" dirty="0">
                <a:latin typeface="Times New Roman" panose="02020603050405020304" pitchFamily="18" charset="0"/>
                <a:ea typeface="Times New Roman" panose="02020603050405020304" pitchFamily="18" charset="0"/>
              </a:rPr>
            </a:br>
            <a:r>
              <a:rPr lang="en-US" sz="2000" b="1" dirty="0">
                <a:latin typeface="Times New Roman" panose="02020603050405020304" pitchFamily="18" charset="0"/>
                <a:ea typeface="Times New Roman" panose="02020603050405020304" pitchFamily="18" charset="0"/>
              </a:rPr>
              <a:t>Output: </a:t>
            </a:r>
            <a:r>
              <a:rPr lang="en-US" sz="2000" dirty="0">
                <a:latin typeface="Times New Roman" panose="02020603050405020304" pitchFamily="18" charset="0"/>
                <a:ea typeface="Times New Roman" panose="02020603050405020304" pitchFamily="18" charset="0"/>
              </a:rPr>
              <a:t>Failed to insert learning license application</a:t>
            </a:r>
            <a:br>
              <a:rPr lang="en-US" sz="2000" dirty="0">
                <a:latin typeface="Times New Roman" panose="02020603050405020304" pitchFamily="18" charset="0"/>
                <a:ea typeface="Times New Roman" panose="02020603050405020304" pitchFamily="18" charset="0"/>
              </a:rPr>
            </a:br>
            <a:r>
              <a:rPr lang="en-US" sz="2000" dirty="0">
                <a:latin typeface="Times New Roman" panose="02020603050405020304" pitchFamily="18" charset="0"/>
                <a:ea typeface="Times New Roman" panose="02020603050405020304" pitchFamily="18" charset="0"/>
              </a:rPr>
              <a:t>End If</a:t>
            </a:r>
            <a:endParaRPr lang="en-IN" sz="2000" dirty="0">
              <a:latin typeface="Times New Roman" panose="02020603050405020304" pitchFamily="18" charset="0"/>
              <a:ea typeface="Times New Roman" panose="02020603050405020304" pitchFamily="18" charset="0"/>
            </a:endParaRPr>
          </a:p>
          <a:p>
            <a:pPr>
              <a:spcAft>
                <a:spcPts val="0"/>
              </a:spcAft>
            </a:pPr>
            <a:r>
              <a:rPr lang="en-US" sz="2000" b="1" dirty="0">
                <a:latin typeface="Times New Roman" panose="02020603050405020304" pitchFamily="18" charset="0"/>
                <a:ea typeface="Times New Roman" panose="02020603050405020304" pitchFamily="18" charset="0"/>
              </a:rPr>
              <a:t>For payment record:</a:t>
            </a:r>
            <a:br>
              <a:rPr lang="en-US" sz="2000" b="1" dirty="0">
                <a:latin typeface="Times New Roman" panose="02020603050405020304" pitchFamily="18" charset="0"/>
                <a:ea typeface="Times New Roman" panose="02020603050405020304" pitchFamily="18" charset="0"/>
              </a:rPr>
            </a:br>
            <a:r>
              <a:rPr lang="en-US" sz="2000" dirty="0">
                <a:latin typeface="Times New Roman" panose="02020603050405020304" pitchFamily="18" charset="0"/>
                <a:ea typeface="Times New Roman" panose="02020603050405020304" pitchFamily="18" charset="0"/>
              </a:rPr>
              <a:t>If(payment details == valid)</a:t>
            </a:r>
            <a:br>
              <a:rPr lang="en-US" sz="2000" dirty="0">
                <a:latin typeface="Times New Roman" panose="02020603050405020304" pitchFamily="18" charset="0"/>
                <a:ea typeface="Times New Roman" panose="02020603050405020304" pitchFamily="18" charset="0"/>
              </a:rPr>
            </a:br>
            <a:r>
              <a:rPr lang="en-US" sz="2000" b="1" dirty="0">
                <a:latin typeface="Times New Roman" panose="02020603050405020304" pitchFamily="18" charset="0"/>
                <a:ea typeface="Times New Roman" panose="02020603050405020304" pitchFamily="18" charset="0"/>
              </a:rPr>
              <a:t>Output: </a:t>
            </a:r>
            <a:r>
              <a:rPr lang="en-US" sz="2000" dirty="0">
                <a:latin typeface="Times New Roman" panose="02020603050405020304" pitchFamily="18" charset="0"/>
                <a:ea typeface="Times New Roman" panose="02020603050405020304" pitchFamily="18" charset="0"/>
              </a:rPr>
              <a:t>Payment details added successfully</a:t>
            </a:r>
            <a:br>
              <a:rPr lang="en-US" sz="2000" dirty="0">
                <a:latin typeface="Times New Roman" panose="02020603050405020304" pitchFamily="18" charset="0"/>
                <a:ea typeface="Times New Roman" panose="02020603050405020304" pitchFamily="18" charset="0"/>
              </a:rPr>
            </a:br>
            <a:r>
              <a:rPr lang="en-US" sz="2000" dirty="0">
                <a:latin typeface="Times New Roman" panose="02020603050405020304" pitchFamily="18" charset="0"/>
                <a:ea typeface="Times New Roman" panose="02020603050405020304" pitchFamily="18" charset="0"/>
              </a:rPr>
              <a:t>Else</a:t>
            </a:r>
            <a:br>
              <a:rPr lang="en-US" sz="2000" dirty="0">
                <a:latin typeface="Times New Roman" panose="02020603050405020304" pitchFamily="18" charset="0"/>
                <a:ea typeface="Times New Roman" panose="02020603050405020304" pitchFamily="18" charset="0"/>
              </a:rPr>
            </a:br>
            <a:r>
              <a:rPr lang="en-US" sz="2000" b="1" dirty="0">
                <a:latin typeface="Times New Roman" panose="02020603050405020304" pitchFamily="18" charset="0"/>
                <a:ea typeface="Times New Roman" panose="02020603050405020304" pitchFamily="18" charset="0"/>
              </a:rPr>
              <a:t>Output: </a:t>
            </a:r>
            <a:r>
              <a:rPr lang="en-US" sz="2000" dirty="0">
                <a:latin typeface="Times New Roman" panose="02020603050405020304" pitchFamily="18" charset="0"/>
                <a:ea typeface="Times New Roman" panose="02020603050405020304" pitchFamily="18" charset="0"/>
              </a:rPr>
              <a:t>Failed to insert Payment record</a:t>
            </a:r>
            <a:br>
              <a:rPr lang="en-US" sz="2000" dirty="0">
                <a:latin typeface="Times New Roman" panose="02020603050405020304" pitchFamily="18" charset="0"/>
                <a:ea typeface="Times New Roman" panose="02020603050405020304" pitchFamily="18" charset="0"/>
              </a:rPr>
            </a:br>
            <a:r>
              <a:rPr lang="en-US" sz="2000" dirty="0">
                <a:latin typeface="Times New Roman" panose="02020603050405020304" pitchFamily="18" charset="0"/>
                <a:ea typeface="Times New Roman" panose="02020603050405020304" pitchFamily="18" charset="0"/>
              </a:rPr>
              <a:t>End If</a:t>
            </a:r>
            <a:endParaRPr lang="en-IN" sz="2000" dirty="0">
              <a:latin typeface="Times New Roman" panose="02020603050405020304" pitchFamily="18" charset="0"/>
              <a:ea typeface="Times New Roman" panose="02020603050405020304" pitchFamily="18" charset="0"/>
            </a:endParaRPr>
          </a:p>
          <a:p>
            <a:pPr>
              <a:spcAft>
                <a:spcPts val="0"/>
              </a:spcAft>
            </a:pPr>
            <a:r>
              <a:rPr lang="en-US" sz="2000" b="1" dirty="0">
                <a:latin typeface="Times New Roman" panose="02020603050405020304" pitchFamily="18" charset="0"/>
                <a:ea typeface="Times New Roman" panose="02020603050405020304" pitchFamily="18" charset="0"/>
              </a:rPr>
              <a:t>For test:</a:t>
            </a:r>
            <a:br>
              <a:rPr lang="en-US" sz="2000" b="1" dirty="0">
                <a:latin typeface="Times New Roman" panose="02020603050405020304" pitchFamily="18" charset="0"/>
                <a:ea typeface="Times New Roman" panose="02020603050405020304" pitchFamily="18" charset="0"/>
              </a:rPr>
            </a:br>
            <a:r>
              <a:rPr lang="en-US" sz="2000" dirty="0">
                <a:latin typeface="Times New Roman" panose="02020603050405020304" pitchFamily="18" charset="0"/>
                <a:ea typeface="Times New Roman" panose="02020603050405020304" pitchFamily="18" charset="0"/>
              </a:rPr>
              <a:t>If(test  == pass)</a:t>
            </a:r>
            <a:br>
              <a:rPr lang="en-US" sz="2000" dirty="0">
                <a:latin typeface="Times New Roman" panose="02020603050405020304" pitchFamily="18" charset="0"/>
                <a:ea typeface="Times New Roman" panose="02020603050405020304" pitchFamily="18" charset="0"/>
              </a:rPr>
            </a:br>
            <a:r>
              <a:rPr lang="en-US" sz="2000" b="1" dirty="0">
                <a:latin typeface="Times New Roman" panose="02020603050405020304" pitchFamily="18" charset="0"/>
                <a:ea typeface="Times New Roman" panose="02020603050405020304" pitchFamily="18" charset="0"/>
              </a:rPr>
              <a:t>Output: </a:t>
            </a:r>
            <a:r>
              <a:rPr lang="en-US" sz="2000" dirty="0">
                <a:latin typeface="Times New Roman" panose="02020603050405020304" pitchFamily="18" charset="0"/>
                <a:ea typeface="Times New Roman" panose="02020603050405020304" pitchFamily="18" charset="0"/>
              </a:rPr>
              <a:t>learning license issued successfully</a:t>
            </a:r>
            <a:br>
              <a:rPr lang="en-US" sz="2000" dirty="0">
                <a:latin typeface="Times New Roman" panose="02020603050405020304" pitchFamily="18" charset="0"/>
                <a:ea typeface="Times New Roman" panose="02020603050405020304" pitchFamily="18" charset="0"/>
              </a:rPr>
            </a:br>
            <a:r>
              <a:rPr lang="en-US" sz="2000" dirty="0">
                <a:latin typeface="Times New Roman" panose="02020603050405020304" pitchFamily="18" charset="0"/>
                <a:ea typeface="Times New Roman" panose="02020603050405020304" pitchFamily="18" charset="0"/>
              </a:rPr>
              <a:t>Else</a:t>
            </a:r>
            <a:br>
              <a:rPr lang="en-US" sz="2000" dirty="0">
                <a:latin typeface="Times New Roman" panose="02020603050405020304" pitchFamily="18" charset="0"/>
                <a:ea typeface="Times New Roman" panose="02020603050405020304" pitchFamily="18" charset="0"/>
              </a:rPr>
            </a:br>
            <a:r>
              <a:rPr lang="en-US" sz="2000" b="1" dirty="0">
                <a:latin typeface="Times New Roman" panose="02020603050405020304" pitchFamily="18" charset="0"/>
                <a:ea typeface="Times New Roman" panose="02020603050405020304" pitchFamily="18" charset="0"/>
              </a:rPr>
              <a:t>Output: </a:t>
            </a:r>
            <a:r>
              <a:rPr lang="en-US" sz="2000" dirty="0">
                <a:latin typeface="Times New Roman" panose="02020603050405020304" pitchFamily="18" charset="0"/>
                <a:ea typeface="Times New Roman" panose="02020603050405020304" pitchFamily="18" charset="0"/>
              </a:rPr>
              <a:t>Failed to issue learning license</a:t>
            </a:r>
            <a:br>
              <a:rPr lang="en-US" sz="2000" dirty="0">
                <a:latin typeface="Times New Roman" panose="02020603050405020304" pitchFamily="18" charset="0"/>
                <a:ea typeface="Times New Roman" panose="02020603050405020304" pitchFamily="18" charset="0"/>
              </a:rPr>
            </a:br>
            <a:r>
              <a:rPr lang="en-US" sz="2000" dirty="0">
                <a:latin typeface="Times New Roman" panose="02020603050405020304" pitchFamily="18" charset="0"/>
                <a:ea typeface="Times New Roman" panose="02020603050405020304" pitchFamily="18" charset="0"/>
              </a:rPr>
              <a:t>End If</a:t>
            </a:r>
            <a:endParaRPr lang="en-IN" sz="2000" dirty="0">
              <a:latin typeface="Times New Roman" panose="02020603050405020304" pitchFamily="18" charset="0"/>
              <a:ea typeface="Times New Roman" panose="02020603050405020304" pitchFamily="18" charset="0"/>
            </a:endParaRPr>
          </a:p>
          <a:p>
            <a:pPr>
              <a:spcAft>
                <a:spcPts val="0"/>
              </a:spcAft>
            </a:pPr>
            <a:r>
              <a:rPr lang="en-US" sz="2000" b="1" dirty="0">
                <a:latin typeface="Times New Roman" panose="02020603050405020304" pitchFamily="18" charset="0"/>
                <a:ea typeface="Times New Roman" panose="02020603050405020304" pitchFamily="18" charset="0"/>
              </a:rPr>
              <a:t> </a:t>
            </a:r>
            <a:endParaRPr lang="en-IN" sz="2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340242314"/>
      </p:ext>
    </p:extLst>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77006BA-9E1A-4B4F-9218-F271C217505A}"/>
              </a:ext>
            </a:extLst>
          </p:cNvPr>
          <p:cNvSpPr>
            <a:spLocks noGrp="1"/>
          </p:cNvSpPr>
          <p:nvPr>
            <p:ph type="sldNum" sz="quarter" idx="12"/>
          </p:nvPr>
        </p:nvSpPr>
        <p:spPr>
          <a:xfrm>
            <a:off x="10501350" y="6374596"/>
            <a:ext cx="894531" cy="365125"/>
          </a:xfrm>
        </p:spPr>
        <p:txBody>
          <a:bodyPr/>
          <a:lstStyle/>
          <a:p>
            <a:r>
              <a:rPr lang="en-IN" b="1" dirty="0">
                <a:solidFill>
                  <a:schemeClr val="tx1"/>
                </a:solidFill>
                <a:latin typeface="Times New Roman" panose="02020603050405020304" pitchFamily="18" charset="0"/>
                <a:cs typeface="Times New Roman" panose="02020603050405020304" pitchFamily="18" charset="0"/>
              </a:rPr>
              <a:t>PG NO: </a:t>
            </a:r>
            <a:fld id="{B54A08B0-5A9A-4946-919B-A6856108856E}" type="slidenum">
              <a:rPr lang="en-IN" smtClean="0">
                <a:solidFill>
                  <a:schemeClr val="tx1"/>
                </a:solidFill>
              </a:rPr>
              <a:t>56</a:t>
            </a:fld>
            <a:endParaRPr lang="en-IN" dirty="0">
              <a:solidFill>
                <a:schemeClr val="tx1"/>
              </a:solidFill>
            </a:endParaRPr>
          </a:p>
        </p:txBody>
      </p:sp>
      <p:sp>
        <p:nvSpPr>
          <p:cNvPr id="3" name="Rectangle 2">
            <a:extLst>
              <a:ext uri="{FF2B5EF4-FFF2-40B4-BE49-F238E27FC236}">
                <a16:creationId xmlns:a16="http://schemas.microsoft.com/office/drawing/2014/main" id="{44667B26-6287-494B-9011-5C2C6D7F6CC2}"/>
              </a:ext>
            </a:extLst>
          </p:cNvPr>
          <p:cNvSpPr>
            <a:spLocks noChangeArrowheads="1"/>
          </p:cNvSpPr>
          <p:nvPr/>
        </p:nvSpPr>
        <p:spPr bwMode="auto">
          <a:xfrm>
            <a:off x="0" y="0"/>
            <a:ext cx="12191999"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5.5. Driving License</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This process will explain how the Driving license feature works and how user can apply for driving license. First user needs to apply for Driving license and application detail stores in </a:t>
            </a:r>
            <a:r>
              <a:rPr kumimoji="0" lang="en-US" altLang="en-US" sz="2000" b="0" i="0" u="none" strike="noStrike" cap="none" normalizeH="0" baseline="0" dirty="0" err="1">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driving­_license</a:t>
            </a: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table. After entering detail, the user needs to pay for Driving license and payment detail stores in payment table. From the employee end employee needs to take test for driving license. The test detail stores in test table. After the test the employee can verify or reject Driving license application. Admin can issue or reject users driving license application.</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30721" name="Picture 13">
            <a:extLst>
              <a:ext uri="{FF2B5EF4-FFF2-40B4-BE49-F238E27FC236}">
                <a16:creationId xmlns:a16="http://schemas.microsoft.com/office/drawing/2014/main" id="{24FB62CC-FF89-4AAB-9D05-D25F915F03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4842" y="1999397"/>
            <a:ext cx="5741158" cy="440709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14FCFF6B-B8CA-47EA-8DE3-20218C6DF49F}"/>
              </a:ext>
            </a:extLst>
          </p:cNvPr>
          <p:cNvSpPr>
            <a:spLocks noChangeArrowheads="1"/>
          </p:cNvSpPr>
          <p:nvPr/>
        </p:nvSpPr>
        <p:spPr bwMode="auto">
          <a:xfrm>
            <a:off x="0" y="8153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1348634567"/>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77006BA-9E1A-4B4F-9218-F271C217505A}"/>
              </a:ext>
            </a:extLst>
          </p:cNvPr>
          <p:cNvSpPr>
            <a:spLocks noGrp="1"/>
          </p:cNvSpPr>
          <p:nvPr>
            <p:ph type="sldNum" sz="quarter" idx="12"/>
          </p:nvPr>
        </p:nvSpPr>
        <p:spPr>
          <a:xfrm>
            <a:off x="11201935" y="6392523"/>
            <a:ext cx="990065" cy="365125"/>
          </a:xfrm>
        </p:spPr>
        <p:txBody>
          <a:bodyPr/>
          <a:lstStyle/>
          <a:p>
            <a:r>
              <a:rPr lang="en-IN" b="1" dirty="0">
                <a:solidFill>
                  <a:schemeClr val="tx1"/>
                </a:solidFill>
                <a:latin typeface="Times New Roman" panose="02020603050405020304" pitchFamily="18" charset="0"/>
                <a:cs typeface="Times New Roman" panose="02020603050405020304" pitchFamily="18" charset="0"/>
              </a:rPr>
              <a:t>PG NO: </a:t>
            </a:r>
            <a:fld id="{B54A08B0-5A9A-4946-919B-A6856108856E}" type="slidenum">
              <a:rPr lang="en-IN" smtClean="0">
                <a:solidFill>
                  <a:schemeClr val="tx1"/>
                </a:solidFill>
              </a:rPr>
              <a:t>57</a:t>
            </a:fld>
            <a:endParaRPr lang="en-IN" dirty="0">
              <a:solidFill>
                <a:schemeClr val="tx1"/>
              </a:solidFill>
            </a:endParaRPr>
          </a:p>
        </p:txBody>
      </p:sp>
      <p:sp>
        <p:nvSpPr>
          <p:cNvPr id="3" name="Rectangle 2">
            <a:extLst>
              <a:ext uri="{FF2B5EF4-FFF2-40B4-BE49-F238E27FC236}">
                <a16:creationId xmlns:a16="http://schemas.microsoft.com/office/drawing/2014/main" id="{1F434BAA-776E-4AA8-9463-1508A467AD2A}"/>
              </a:ext>
            </a:extLst>
          </p:cNvPr>
          <p:cNvSpPr/>
          <p:nvPr/>
        </p:nvSpPr>
        <p:spPr>
          <a:xfrm>
            <a:off x="0" y="0"/>
            <a:ext cx="6237027" cy="4080412"/>
          </a:xfrm>
          <a:prstGeom prst="rect">
            <a:avLst/>
          </a:prstGeom>
        </p:spPr>
        <p:txBody>
          <a:bodyPr wrap="square">
            <a:spAutoFit/>
          </a:bodyPr>
          <a:lstStyle/>
          <a:p>
            <a:pPr>
              <a:spcBef>
                <a:spcPts val="600"/>
              </a:spcBef>
              <a:spcAft>
                <a:spcPts val="0"/>
              </a:spcAft>
            </a:pPr>
            <a:r>
              <a:rPr lang="en-US" sz="2400" b="1" u="sng" dirty="0">
                <a:latin typeface="Times New Roman" panose="02020603050405020304" pitchFamily="18" charset="0"/>
                <a:ea typeface="Times New Roman" panose="02020603050405020304" pitchFamily="18" charset="0"/>
              </a:rPr>
              <a:t>Structured English</a:t>
            </a:r>
            <a:endParaRPr lang="en-IN" sz="1200" dirty="0">
              <a:latin typeface="Times New Roman" panose="02020603050405020304" pitchFamily="18" charset="0"/>
              <a:ea typeface="Times New Roman" panose="02020603050405020304" pitchFamily="18" charset="0"/>
            </a:endParaRPr>
          </a:p>
          <a:p>
            <a:pPr>
              <a:spcBef>
                <a:spcPts val="600"/>
              </a:spcBef>
              <a:spcAft>
                <a:spcPts val="0"/>
              </a:spcAft>
            </a:pP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Flow chart for Driving license registration:</a:t>
            </a:r>
            <a:endParaRPr lang="en-IN" sz="2000" dirty="0">
              <a:latin typeface="Times New Roman" panose="02020603050405020304" pitchFamily="18" charset="0"/>
              <a:ea typeface="Times New Roman" panose="02020603050405020304" pitchFamily="18" charset="0"/>
              <a:cs typeface="Times New Roman" panose="02020603050405020304" pitchFamily="18" charset="0"/>
            </a:endParaRPr>
          </a:p>
          <a:p>
            <a:pPr>
              <a:spcAft>
                <a:spcPts val="0"/>
              </a:spcAft>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Name:  Applying for driving license, Making payment, Conducting test</a:t>
            </a:r>
            <a:endParaRPr lang="en-IN" sz="2000" dirty="0">
              <a:latin typeface="Times New Roman" panose="02020603050405020304" pitchFamily="18" charset="0"/>
              <a:ea typeface="Times New Roman" panose="02020603050405020304" pitchFamily="18" charset="0"/>
              <a:cs typeface="Times New Roman" panose="02020603050405020304" pitchFamily="18" charset="0"/>
            </a:endParaRPr>
          </a:p>
          <a:p>
            <a:pPr>
              <a:spcAft>
                <a:spcPts val="0"/>
              </a:spcAft>
            </a:pP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Process description:</a:t>
            </a:r>
            <a:endParaRPr lang="en-IN" sz="2000" dirty="0">
              <a:latin typeface="Times New Roman" panose="02020603050405020304" pitchFamily="18" charset="0"/>
              <a:ea typeface="Times New Roman" panose="02020603050405020304" pitchFamily="18" charset="0"/>
              <a:cs typeface="Times New Roman" panose="02020603050405020304" pitchFamily="18" charset="0"/>
            </a:endParaRPr>
          </a:p>
          <a:p>
            <a:pPr>
              <a:spcAft>
                <a:spcPts val="0"/>
              </a:spcAft>
            </a:pP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Input data flows: </a:t>
            </a:r>
            <a:r>
              <a:rPr lang="en-US" sz="2000" dirty="0">
                <a:latin typeface="Times New Roman" panose="02020603050405020304" pitchFamily="18" charset="0"/>
                <a:ea typeface="Times New Roman" panose="02020603050405020304" pitchFamily="18" charset="0"/>
                <a:cs typeface="Times New Roman" panose="02020603050405020304" pitchFamily="18" charset="0"/>
              </a:rPr>
              <a:t>Driving license details, Payment details, Driving license verification details</a:t>
            </a:r>
            <a:endParaRPr lang="en-IN" sz="2000" dirty="0">
              <a:latin typeface="Times New Roman" panose="02020603050405020304" pitchFamily="18" charset="0"/>
              <a:ea typeface="Times New Roman" panose="02020603050405020304" pitchFamily="18" charset="0"/>
              <a:cs typeface="Times New Roman" panose="02020603050405020304" pitchFamily="18" charset="0"/>
            </a:endParaRPr>
          </a:p>
          <a:p>
            <a:pPr>
              <a:spcAft>
                <a:spcPts val="0"/>
              </a:spcAft>
            </a:pP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Output data flows</a:t>
            </a:r>
            <a:r>
              <a:rPr lang="en-US" sz="2000" dirty="0">
                <a:latin typeface="Times New Roman" panose="02020603050405020304" pitchFamily="18" charset="0"/>
                <a:ea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nSpc>
                <a:spcPct val="115000"/>
              </a:lnSpc>
              <a:spcAft>
                <a:spcPts val="0"/>
              </a:spcAft>
              <a:buFont typeface="Symbol" panose="05050102010706020507" pitchFamily="18" charset="2"/>
              <a:buChar char=""/>
            </a:pPr>
            <a:r>
              <a:rPr lang="en-IN" sz="2000" dirty="0">
                <a:latin typeface="Times New Roman" panose="02020603050405020304" pitchFamily="18" charset="0"/>
                <a:ea typeface="Calibri" panose="020F0502020204030204" pitchFamily="34" charset="0"/>
                <a:cs typeface="Times New Roman" panose="02020603050405020304" pitchFamily="18" charset="0"/>
              </a:rPr>
              <a:t>System stores Driving license details</a:t>
            </a:r>
          </a:p>
          <a:p>
            <a:pPr marL="342900" lvl="0" indent="-342900">
              <a:lnSpc>
                <a:spcPct val="115000"/>
              </a:lnSpc>
              <a:spcAft>
                <a:spcPts val="0"/>
              </a:spcAft>
              <a:buFont typeface="Symbol" panose="05050102010706020507" pitchFamily="18" charset="2"/>
              <a:buChar char=""/>
            </a:pPr>
            <a:r>
              <a:rPr lang="en-IN" sz="2000" dirty="0">
                <a:latin typeface="Times New Roman" panose="02020603050405020304" pitchFamily="18" charset="0"/>
                <a:ea typeface="Calibri" panose="020F0502020204030204" pitchFamily="34" charset="0"/>
                <a:cs typeface="Times New Roman" panose="02020603050405020304" pitchFamily="18" charset="0"/>
              </a:rPr>
              <a:t>System stores payment details</a:t>
            </a:r>
          </a:p>
          <a:p>
            <a:pPr marL="342900" lvl="0" indent="-342900">
              <a:lnSpc>
                <a:spcPct val="115000"/>
              </a:lnSpc>
              <a:spcAft>
                <a:spcPts val="1000"/>
              </a:spcAft>
              <a:buFont typeface="Symbol" panose="05050102010706020507" pitchFamily="18" charset="2"/>
              <a:buChar char=""/>
            </a:pPr>
            <a:r>
              <a:rPr lang="en-IN" sz="2000" dirty="0">
                <a:latin typeface="Times New Roman" panose="02020603050405020304" pitchFamily="18" charset="0"/>
                <a:ea typeface="Calibri" panose="020F0502020204030204" pitchFamily="34" charset="0"/>
                <a:cs typeface="Times New Roman" panose="02020603050405020304" pitchFamily="18" charset="0"/>
              </a:rPr>
              <a:t>System verifies driving license record and issues driving license.</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Rectangle 3">
            <a:extLst>
              <a:ext uri="{FF2B5EF4-FFF2-40B4-BE49-F238E27FC236}">
                <a16:creationId xmlns:a16="http://schemas.microsoft.com/office/drawing/2014/main" id="{AE31276B-816E-423B-A7A2-7DECDFFF1ECE}"/>
              </a:ext>
            </a:extLst>
          </p:cNvPr>
          <p:cNvSpPr/>
          <p:nvPr/>
        </p:nvSpPr>
        <p:spPr>
          <a:xfrm>
            <a:off x="6166513" y="144659"/>
            <a:ext cx="6096000" cy="6247864"/>
          </a:xfrm>
          <a:prstGeom prst="rect">
            <a:avLst/>
          </a:prstGeom>
        </p:spPr>
        <p:txBody>
          <a:bodyPr>
            <a:spAutoFit/>
          </a:bodyPr>
          <a:lstStyle/>
          <a:p>
            <a:pPr>
              <a:spcAft>
                <a:spcPts val="0"/>
              </a:spcAft>
            </a:pPr>
            <a:r>
              <a:rPr lang="en-US" sz="2000" b="1" dirty="0">
                <a:latin typeface="Times New Roman" panose="02020603050405020304" pitchFamily="18" charset="0"/>
                <a:ea typeface="Times New Roman" panose="02020603050405020304" pitchFamily="18" charset="0"/>
              </a:rPr>
              <a:t>For Driving license:</a:t>
            </a:r>
            <a:br>
              <a:rPr lang="en-US" sz="2000" b="1" dirty="0">
                <a:latin typeface="Times New Roman" panose="02020603050405020304" pitchFamily="18" charset="0"/>
                <a:ea typeface="Times New Roman" panose="02020603050405020304" pitchFamily="18" charset="0"/>
              </a:rPr>
            </a:br>
            <a:r>
              <a:rPr lang="en-US" sz="2000" dirty="0">
                <a:latin typeface="Times New Roman" panose="02020603050405020304" pitchFamily="18" charset="0"/>
                <a:ea typeface="Times New Roman" panose="02020603050405020304" pitchFamily="18" charset="0"/>
              </a:rPr>
              <a:t>If(driving license details== valid)</a:t>
            </a:r>
            <a:br>
              <a:rPr lang="en-US" sz="2000" dirty="0">
                <a:latin typeface="Times New Roman" panose="02020603050405020304" pitchFamily="18" charset="0"/>
                <a:ea typeface="Times New Roman" panose="02020603050405020304" pitchFamily="18" charset="0"/>
              </a:rPr>
            </a:br>
            <a:r>
              <a:rPr lang="en-US" sz="2000" b="1" dirty="0">
                <a:latin typeface="Times New Roman" panose="02020603050405020304" pitchFamily="18" charset="0"/>
                <a:ea typeface="Times New Roman" panose="02020603050405020304" pitchFamily="18" charset="0"/>
              </a:rPr>
              <a:t>Output: </a:t>
            </a:r>
            <a:r>
              <a:rPr lang="en-US" sz="2000" dirty="0">
                <a:latin typeface="Times New Roman" panose="02020603050405020304" pitchFamily="18" charset="0"/>
                <a:ea typeface="Times New Roman" panose="02020603050405020304" pitchFamily="18" charset="0"/>
              </a:rPr>
              <a:t>Driving license application entry done successfully</a:t>
            </a:r>
            <a:br>
              <a:rPr lang="en-US" sz="2000" dirty="0">
                <a:latin typeface="Times New Roman" panose="02020603050405020304" pitchFamily="18" charset="0"/>
                <a:ea typeface="Times New Roman" panose="02020603050405020304" pitchFamily="18" charset="0"/>
              </a:rPr>
            </a:br>
            <a:r>
              <a:rPr lang="en-US" sz="2000" dirty="0">
                <a:latin typeface="Times New Roman" panose="02020603050405020304" pitchFamily="18" charset="0"/>
                <a:ea typeface="Times New Roman" panose="02020603050405020304" pitchFamily="18" charset="0"/>
              </a:rPr>
              <a:t>Else</a:t>
            </a:r>
            <a:br>
              <a:rPr lang="en-US" sz="2000" dirty="0">
                <a:latin typeface="Times New Roman" panose="02020603050405020304" pitchFamily="18" charset="0"/>
                <a:ea typeface="Times New Roman" panose="02020603050405020304" pitchFamily="18" charset="0"/>
              </a:rPr>
            </a:br>
            <a:r>
              <a:rPr lang="en-US" sz="2000" b="1" dirty="0">
                <a:latin typeface="Times New Roman" panose="02020603050405020304" pitchFamily="18" charset="0"/>
                <a:ea typeface="Times New Roman" panose="02020603050405020304" pitchFamily="18" charset="0"/>
              </a:rPr>
              <a:t>Output: </a:t>
            </a:r>
            <a:r>
              <a:rPr lang="en-US" sz="2000" dirty="0">
                <a:latin typeface="Times New Roman" panose="02020603050405020304" pitchFamily="18" charset="0"/>
                <a:ea typeface="Times New Roman" panose="02020603050405020304" pitchFamily="18" charset="0"/>
              </a:rPr>
              <a:t>Failed to insert Driving license application</a:t>
            </a:r>
            <a:br>
              <a:rPr lang="en-US" sz="2000" dirty="0">
                <a:latin typeface="Times New Roman" panose="02020603050405020304" pitchFamily="18" charset="0"/>
                <a:ea typeface="Times New Roman" panose="02020603050405020304" pitchFamily="18" charset="0"/>
              </a:rPr>
            </a:br>
            <a:r>
              <a:rPr lang="en-US" sz="2000" dirty="0">
                <a:latin typeface="Times New Roman" panose="02020603050405020304" pitchFamily="18" charset="0"/>
                <a:ea typeface="Times New Roman" panose="02020603050405020304" pitchFamily="18" charset="0"/>
              </a:rPr>
              <a:t>End If</a:t>
            </a:r>
            <a:endParaRPr lang="en-IN" sz="2000" dirty="0">
              <a:latin typeface="Times New Roman" panose="02020603050405020304" pitchFamily="18" charset="0"/>
              <a:ea typeface="Times New Roman" panose="02020603050405020304" pitchFamily="18" charset="0"/>
            </a:endParaRPr>
          </a:p>
          <a:p>
            <a:pPr>
              <a:spcAft>
                <a:spcPts val="0"/>
              </a:spcAft>
            </a:pPr>
            <a:r>
              <a:rPr lang="en-US" sz="2000" b="1" dirty="0">
                <a:latin typeface="Times New Roman" panose="02020603050405020304" pitchFamily="18" charset="0"/>
                <a:ea typeface="Times New Roman" panose="02020603050405020304" pitchFamily="18" charset="0"/>
              </a:rPr>
              <a:t>For payment record:</a:t>
            </a:r>
            <a:br>
              <a:rPr lang="en-US" sz="2000" b="1" dirty="0">
                <a:latin typeface="Times New Roman" panose="02020603050405020304" pitchFamily="18" charset="0"/>
                <a:ea typeface="Times New Roman" panose="02020603050405020304" pitchFamily="18" charset="0"/>
              </a:rPr>
            </a:br>
            <a:r>
              <a:rPr lang="en-US" sz="2000" dirty="0">
                <a:latin typeface="Times New Roman" panose="02020603050405020304" pitchFamily="18" charset="0"/>
                <a:ea typeface="Times New Roman" panose="02020603050405020304" pitchFamily="18" charset="0"/>
              </a:rPr>
              <a:t>If(payment details == valid)</a:t>
            </a:r>
            <a:br>
              <a:rPr lang="en-US" sz="2000" dirty="0">
                <a:latin typeface="Times New Roman" panose="02020603050405020304" pitchFamily="18" charset="0"/>
                <a:ea typeface="Times New Roman" panose="02020603050405020304" pitchFamily="18" charset="0"/>
              </a:rPr>
            </a:br>
            <a:r>
              <a:rPr lang="en-US" sz="2000" b="1" dirty="0">
                <a:latin typeface="Times New Roman" panose="02020603050405020304" pitchFamily="18" charset="0"/>
                <a:ea typeface="Times New Roman" panose="02020603050405020304" pitchFamily="18" charset="0"/>
              </a:rPr>
              <a:t>Output: </a:t>
            </a:r>
            <a:r>
              <a:rPr lang="en-US" sz="2000" dirty="0">
                <a:latin typeface="Times New Roman" panose="02020603050405020304" pitchFamily="18" charset="0"/>
                <a:ea typeface="Times New Roman" panose="02020603050405020304" pitchFamily="18" charset="0"/>
              </a:rPr>
              <a:t>Payment details added successfully</a:t>
            </a:r>
            <a:br>
              <a:rPr lang="en-US" sz="2000" dirty="0">
                <a:latin typeface="Times New Roman" panose="02020603050405020304" pitchFamily="18" charset="0"/>
                <a:ea typeface="Times New Roman" panose="02020603050405020304" pitchFamily="18" charset="0"/>
              </a:rPr>
            </a:br>
            <a:r>
              <a:rPr lang="en-US" sz="2000" dirty="0">
                <a:latin typeface="Times New Roman" panose="02020603050405020304" pitchFamily="18" charset="0"/>
                <a:ea typeface="Times New Roman" panose="02020603050405020304" pitchFamily="18" charset="0"/>
              </a:rPr>
              <a:t>Else</a:t>
            </a:r>
            <a:br>
              <a:rPr lang="en-US" sz="2000" dirty="0">
                <a:latin typeface="Times New Roman" panose="02020603050405020304" pitchFamily="18" charset="0"/>
                <a:ea typeface="Times New Roman" panose="02020603050405020304" pitchFamily="18" charset="0"/>
              </a:rPr>
            </a:br>
            <a:r>
              <a:rPr lang="en-US" sz="2000" b="1" dirty="0">
                <a:latin typeface="Times New Roman" panose="02020603050405020304" pitchFamily="18" charset="0"/>
                <a:ea typeface="Times New Roman" panose="02020603050405020304" pitchFamily="18" charset="0"/>
              </a:rPr>
              <a:t>Output: </a:t>
            </a:r>
            <a:r>
              <a:rPr lang="en-US" sz="2000" dirty="0">
                <a:latin typeface="Times New Roman" panose="02020603050405020304" pitchFamily="18" charset="0"/>
                <a:ea typeface="Times New Roman" panose="02020603050405020304" pitchFamily="18" charset="0"/>
              </a:rPr>
              <a:t>Failed to insert Payment record</a:t>
            </a:r>
            <a:br>
              <a:rPr lang="en-US" sz="2000" dirty="0">
                <a:latin typeface="Times New Roman" panose="02020603050405020304" pitchFamily="18" charset="0"/>
                <a:ea typeface="Times New Roman" panose="02020603050405020304" pitchFamily="18" charset="0"/>
              </a:rPr>
            </a:br>
            <a:r>
              <a:rPr lang="en-US" sz="2000" dirty="0">
                <a:latin typeface="Times New Roman" panose="02020603050405020304" pitchFamily="18" charset="0"/>
                <a:ea typeface="Times New Roman" panose="02020603050405020304" pitchFamily="18" charset="0"/>
              </a:rPr>
              <a:t>End If</a:t>
            </a:r>
            <a:endParaRPr lang="en-IN" sz="2000" dirty="0">
              <a:latin typeface="Times New Roman" panose="02020603050405020304" pitchFamily="18" charset="0"/>
              <a:ea typeface="Times New Roman" panose="02020603050405020304" pitchFamily="18" charset="0"/>
            </a:endParaRPr>
          </a:p>
          <a:p>
            <a:pPr>
              <a:spcAft>
                <a:spcPts val="0"/>
              </a:spcAft>
            </a:pPr>
            <a:r>
              <a:rPr lang="en-US" sz="2000" b="1" dirty="0">
                <a:latin typeface="Times New Roman" panose="02020603050405020304" pitchFamily="18" charset="0"/>
                <a:ea typeface="Times New Roman" panose="02020603050405020304" pitchFamily="18" charset="0"/>
              </a:rPr>
              <a:t>For test:</a:t>
            </a:r>
            <a:br>
              <a:rPr lang="en-US" sz="2000" b="1" dirty="0">
                <a:latin typeface="Times New Roman" panose="02020603050405020304" pitchFamily="18" charset="0"/>
                <a:ea typeface="Times New Roman" panose="02020603050405020304" pitchFamily="18" charset="0"/>
              </a:rPr>
            </a:br>
            <a:r>
              <a:rPr lang="en-US" sz="2000" dirty="0">
                <a:latin typeface="Times New Roman" panose="02020603050405020304" pitchFamily="18" charset="0"/>
                <a:ea typeface="Times New Roman" panose="02020603050405020304" pitchFamily="18" charset="0"/>
              </a:rPr>
              <a:t>If(test  == pass)</a:t>
            </a:r>
            <a:br>
              <a:rPr lang="en-US" sz="2000" dirty="0">
                <a:latin typeface="Times New Roman" panose="02020603050405020304" pitchFamily="18" charset="0"/>
                <a:ea typeface="Times New Roman" panose="02020603050405020304" pitchFamily="18" charset="0"/>
              </a:rPr>
            </a:br>
            <a:r>
              <a:rPr lang="en-US" sz="2000" b="1" dirty="0">
                <a:latin typeface="Times New Roman" panose="02020603050405020304" pitchFamily="18" charset="0"/>
                <a:ea typeface="Times New Roman" panose="02020603050405020304" pitchFamily="18" charset="0"/>
              </a:rPr>
              <a:t>Output: </a:t>
            </a:r>
            <a:r>
              <a:rPr lang="en-US" sz="2000" dirty="0">
                <a:latin typeface="Times New Roman" panose="02020603050405020304" pitchFamily="18" charset="0"/>
                <a:ea typeface="Times New Roman" panose="02020603050405020304" pitchFamily="18" charset="0"/>
              </a:rPr>
              <a:t>Driving license issued successfully</a:t>
            </a:r>
            <a:br>
              <a:rPr lang="en-US" sz="2000" dirty="0">
                <a:latin typeface="Times New Roman" panose="02020603050405020304" pitchFamily="18" charset="0"/>
                <a:ea typeface="Times New Roman" panose="02020603050405020304" pitchFamily="18" charset="0"/>
              </a:rPr>
            </a:br>
            <a:r>
              <a:rPr lang="en-US" sz="2000" dirty="0">
                <a:latin typeface="Times New Roman" panose="02020603050405020304" pitchFamily="18" charset="0"/>
                <a:ea typeface="Times New Roman" panose="02020603050405020304" pitchFamily="18" charset="0"/>
              </a:rPr>
              <a:t>Else</a:t>
            </a:r>
            <a:br>
              <a:rPr lang="en-US" sz="2000" dirty="0">
                <a:latin typeface="Times New Roman" panose="02020603050405020304" pitchFamily="18" charset="0"/>
                <a:ea typeface="Times New Roman" panose="02020603050405020304" pitchFamily="18" charset="0"/>
              </a:rPr>
            </a:br>
            <a:r>
              <a:rPr lang="en-US" sz="2000" b="1" dirty="0">
                <a:latin typeface="Times New Roman" panose="02020603050405020304" pitchFamily="18" charset="0"/>
                <a:ea typeface="Times New Roman" panose="02020603050405020304" pitchFamily="18" charset="0"/>
              </a:rPr>
              <a:t>Output: </a:t>
            </a:r>
            <a:r>
              <a:rPr lang="en-US" sz="2000" dirty="0">
                <a:latin typeface="Times New Roman" panose="02020603050405020304" pitchFamily="18" charset="0"/>
                <a:ea typeface="Times New Roman" panose="02020603050405020304" pitchFamily="18" charset="0"/>
              </a:rPr>
              <a:t>Failed to issue Driving license</a:t>
            </a:r>
            <a:br>
              <a:rPr lang="en-US" sz="2000" dirty="0">
                <a:latin typeface="Times New Roman" panose="02020603050405020304" pitchFamily="18" charset="0"/>
                <a:ea typeface="Times New Roman" panose="02020603050405020304" pitchFamily="18" charset="0"/>
              </a:rPr>
            </a:br>
            <a:r>
              <a:rPr lang="en-US" sz="2000" dirty="0">
                <a:latin typeface="Times New Roman" panose="02020603050405020304" pitchFamily="18" charset="0"/>
                <a:ea typeface="Times New Roman" panose="02020603050405020304" pitchFamily="18" charset="0"/>
              </a:rPr>
              <a:t>End If</a:t>
            </a:r>
            <a:endParaRPr lang="en-IN" sz="2000" dirty="0">
              <a:latin typeface="Times New Roman" panose="02020603050405020304" pitchFamily="18" charset="0"/>
              <a:ea typeface="Times New Roman" panose="02020603050405020304" pitchFamily="18" charset="0"/>
            </a:endParaRPr>
          </a:p>
          <a:p>
            <a:pPr>
              <a:spcAft>
                <a:spcPts val="0"/>
              </a:spcAft>
            </a:pPr>
            <a:r>
              <a:rPr lang="en-US" sz="2000" dirty="0">
                <a:latin typeface="Times New Roman" panose="02020603050405020304" pitchFamily="18" charset="0"/>
                <a:ea typeface="Times New Roman" panose="02020603050405020304" pitchFamily="18" charset="0"/>
              </a:rPr>
              <a:t> </a:t>
            </a:r>
            <a:endParaRPr lang="en-IN" sz="2000" dirty="0">
              <a:effectLst/>
              <a:latin typeface="Times New Roman" panose="02020603050405020304" pitchFamily="18" charset="0"/>
              <a:ea typeface="Times New Roman" panose="02020603050405020304" pitchFamily="18" charset="0"/>
            </a:endParaRPr>
          </a:p>
        </p:txBody>
      </p:sp>
      <p:cxnSp>
        <p:nvCxnSpPr>
          <p:cNvPr id="6" name="Straight Connector 5">
            <a:extLst>
              <a:ext uri="{FF2B5EF4-FFF2-40B4-BE49-F238E27FC236}">
                <a16:creationId xmlns:a16="http://schemas.microsoft.com/office/drawing/2014/main" id="{465DCEFE-399F-4D08-81AA-E70B858E00C3}"/>
              </a:ext>
            </a:extLst>
          </p:cNvPr>
          <p:cNvCxnSpPr>
            <a:cxnSpLocks/>
          </p:cNvCxnSpPr>
          <p:nvPr/>
        </p:nvCxnSpPr>
        <p:spPr>
          <a:xfrm>
            <a:off x="6096000" y="0"/>
            <a:ext cx="141027" cy="68580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92410669"/>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77006BA-9E1A-4B4F-9218-F271C217505A}"/>
              </a:ext>
            </a:extLst>
          </p:cNvPr>
          <p:cNvSpPr>
            <a:spLocks noGrp="1"/>
          </p:cNvSpPr>
          <p:nvPr>
            <p:ph type="sldNum" sz="quarter" idx="12"/>
          </p:nvPr>
        </p:nvSpPr>
        <p:spPr>
          <a:xfrm>
            <a:off x="11006317" y="6347811"/>
            <a:ext cx="758053" cy="365125"/>
          </a:xfrm>
        </p:spPr>
        <p:txBody>
          <a:bodyPr/>
          <a:lstStyle/>
          <a:p>
            <a:r>
              <a:rPr lang="en-IN" b="1" dirty="0">
                <a:solidFill>
                  <a:schemeClr val="tx1"/>
                </a:solidFill>
                <a:latin typeface="Times New Roman" panose="02020603050405020304" pitchFamily="18" charset="0"/>
                <a:cs typeface="Times New Roman" panose="02020603050405020304" pitchFamily="18" charset="0"/>
              </a:rPr>
              <a:t>PG NO: </a:t>
            </a:r>
            <a:fld id="{B54A08B0-5A9A-4946-919B-A6856108856E}" type="slidenum">
              <a:rPr lang="en-IN" smtClean="0">
                <a:solidFill>
                  <a:schemeClr val="tx1"/>
                </a:solidFill>
              </a:rPr>
              <a:t>58</a:t>
            </a:fld>
            <a:endParaRPr lang="en-IN" dirty="0">
              <a:solidFill>
                <a:schemeClr val="tx1"/>
              </a:solidFill>
            </a:endParaRPr>
          </a:p>
        </p:txBody>
      </p:sp>
      <p:sp>
        <p:nvSpPr>
          <p:cNvPr id="3" name="Rectangle 2">
            <a:extLst>
              <a:ext uri="{FF2B5EF4-FFF2-40B4-BE49-F238E27FC236}">
                <a16:creationId xmlns:a16="http://schemas.microsoft.com/office/drawing/2014/main" id="{E9C83101-0B0A-41F0-9A68-4D84AF941BEF}"/>
              </a:ext>
            </a:extLst>
          </p:cNvPr>
          <p:cNvSpPr>
            <a:spLocks noChangeArrowheads="1"/>
          </p:cNvSpPr>
          <p:nvPr/>
        </p:nvSpPr>
        <p:spPr bwMode="auto">
          <a:xfrm>
            <a:off x="99391" y="145064"/>
            <a:ext cx="11993217" cy="20005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5.6. Address Modification</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This process will explain how to modify permanent address of driving license. First the user needs to enter existing driving license details. After entering existing driving license detail user can apply to modify the address. After applying modification request user needs to pay for it. From the employee end employee will verify and approve/reject the application. Admin will re issue modified driving license to the user.</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28673" name="Picture 14">
            <a:extLst>
              <a:ext uri="{FF2B5EF4-FFF2-40B4-BE49-F238E27FC236}">
                <a16:creationId xmlns:a16="http://schemas.microsoft.com/office/drawing/2014/main" id="{492DE1A0-4223-4C21-BD58-A35C2D23D8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1938" y="1969481"/>
            <a:ext cx="5310554" cy="4888519"/>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7D291441-F44C-4E55-8C6A-8F1E9C4A51D0}"/>
              </a:ext>
            </a:extLst>
          </p:cNvPr>
          <p:cNvSpPr>
            <a:spLocks noChangeArrowheads="1"/>
          </p:cNvSpPr>
          <p:nvPr/>
        </p:nvSpPr>
        <p:spPr bwMode="auto">
          <a:xfrm>
            <a:off x="0" y="92487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2220371142"/>
      </p:ext>
    </p:extLst>
  </p:cSld>
  <p:clrMapOvr>
    <a:masterClrMapping/>
  </p:clrMapOvr>
  <p:transition spd="slow">
    <p:comb/>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77006BA-9E1A-4B4F-9218-F271C217505A}"/>
              </a:ext>
            </a:extLst>
          </p:cNvPr>
          <p:cNvSpPr>
            <a:spLocks noGrp="1"/>
          </p:cNvSpPr>
          <p:nvPr>
            <p:ph type="sldNum" sz="quarter" idx="12"/>
          </p:nvPr>
        </p:nvSpPr>
        <p:spPr>
          <a:xfrm>
            <a:off x="11242878" y="6396204"/>
            <a:ext cx="949122" cy="365125"/>
          </a:xfrm>
        </p:spPr>
        <p:txBody>
          <a:bodyPr/>
          <a:lstStyle/>
          <a:p>
            <a:r>
              <a:rPr lang="en-IN" b="1" dirty="0">
                <a:solidFill>
                  <a:schemeClr val="tx1"/>
                </a:solidFill>
                <a:latin typeface="Times New Roman" panose="02020603050405020304" pitchFamily="18" charset="0"/>
                <a:cs typeface="Times New Roman" panose="02020603050405020304" pitchFamily="18" charset="0"/>
              </a:rPr>
              <a:t>PG NO: </a:t>
            </a:r>
            <a:fld id="{B54A08B0-5A9A-4946-919B-A6856108856E}" type="slidenum">
              <a:rPr lang="en-IN" smtClean="0">
                <a:solidFill>
                  <a:schemeClr val="tx1"/>
                </a:solidFill>
              </a:rPr>
              <a:t>59</a:t>
            </a:fld>
            <a:endParaRPr lang="en-IN" dirty="0">
              <a:solidFill>
                <a:schemeClr val="tx1"/>
              </a:solidFill>
            </a:endParaRPr>
          </a:p>
        </p:txBody>
      </p:sp>
      <p:cxnSp>
        <p:nvCxnSpPr>
          <p:cNvPr id="4" name="Straight Connector 3">
            <a:extLst>
              <a:ext uri="{FF2B5EF4-FFF2-40B4-BE49-F238E27FC236}">
                <a16:creationId xmlns:a16="http://schemas.microsoft.com/office/drawing/2014/main" id="{713A8F99-9FEF-4716-9602-F2B6D6A3E485}"/>
              </a:ext>
            </a:extLst>
          </p:cNvPr>
          <p:cNvCxnSpPr/>
          <p:nvPr/>
        </p:nvCxnSpPr>
        <p:spPr>
          <a:xfrm>
            <a:off x="5773003" y="0"/>
            <a:ext cx="0" cy="6858000"/>
          </a:xfrm>
          <a:prstGeom prst="line">
            <a:avLst/>
          </a:prstGeom>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768F33BB-51EA-4A65-96E7-8385EFA96FC6}"/>
              </a:ext>
            </a:extLst>
          </p:cNvPr>
          <p:cNvSpPr/>
          <p:nvPr/>
        </p:nvSpPr>
        <p:spPr>
          <a:xfrm>
            <a:off x="495869" y="433458"/>
            <a:ext cx="6096000" cy="3924151"/>
          </a:xfrm>
          <a:prstGeom prst="rect">
            <a:avLst/>
          </a:prstGeom>
        </p:spPr>
        <p:txBody>
          <a:bodyPr>
            <a:spAutoFit/>
          </a:bodyPr>
          <a:lstStyle/>
          <a:p>
            <a:pPr>
              <a:spcBef>
                <a:spcPts val="600"/>
              </a:spcBef>
              <a:spcAft>
                <a:spcPts val="0"/>
              </a:spcAft>
            </a:pPr>
            <a:r>
              <a:rPr lang="en-US" sz="2400" b="1" u="sng" dirty="0">
                <a:latin typeface="Times New Roman" panose="02020603050405020304" pitchFamily="18" charset="0"/>
                <a:ea typeface="Times New Roman" panose="02020603050405020304" pitchFamily="18" charset="0"/>
              </a:rPr>
              <a:t>Structured English</a:t>
            </a:r>
            <a:endParaRPr lang="en-IN" sz="2400" dirty="0">
              <a:latin typeface="Times New Roman" panose="02020603050405020304" pitchFamily="18" charset="0"/>
              <a:ea typeface="Times New Roman" panose="02020603050405020304" pitchFamily="18" charset="0"/>
            </a:endParaRPr>
          </a:p>
          <a:p>
            <a:pPr>
              <a:spcBef>
                <a:spcPts val="600"/>
              </a:spcBef>
              <a:spcAft>
                <a:spcPts val="0"/>
              </a:spcAft>
            </a:pPr>
            <a:r>
              <a:rPr lang="en-US" sz="2000" b="1" dirty="0">
                <a:latin typeface="Times New Roman" panose="02020603050405020304" pitchFamily="18" charset="0"/>
                <a:ea typeface="Times New Roman" panose="02020603050405020304" pitchFamily="18" charset="0"/>
              </a:rPr>
              <a:t>Flow chart for Address modification:</a:t>
            </a:r>
            <a:endParaRPr lang="en-IN" sz="2000" dirty="0">
              <a:latin typeface="Times New Roman" panose="02020603050405020304" pitchFamily="18" charset="0"/>
              <a:ea typeface="Times New Roman" panose="02020603050405020304" pitchFamily="18" charset="0"/>
            </a:endParaRPr>
          </a:p>
          <a:p>
            <a:pPr>
              <a:spcAft>
                <a:spcPts val="0"/>
              </a:spcAft>
            </a:pPr>
            <a:r>
              <a:rPr lang="en-US" sz="2000" dirty="0">
                <a:latin typeface="Times New Roman" panose="02020603050405020304" pitchFamily="18" charset="0"/>
                <a:ea typeface="Times New Roman" panose="02020603050405020304" pitchFamily="18" charset="0"/>
              </a:rPr>
              <a:t>Name:  Address modification</a:t>
            </a:r>
            <a:endParaRPr lang="en-IN" sz="2000" dirty="0">
              <a:latin typeface="Times New Roman" panose="02020603050405020304" pitchFamily="18" charset="0"/>
              <a:ea typeface="Times New Roman" panose="02020603050405020304" pitchFamily="18" charset="0"/>
            </a:endParaRPr>
          </a:p>
          <a:p>
            <a:pPr>
              <a:spcAft>
                <a:spcPts val="0"/>
              </a:spcAft>
            </a:pPr>
            <a:r>
              <a:rPr lang="en-US" sz="2000" b="1" dirty="0">
                <a:latin typeface="Times New Roman" panose="02020603050405020304" pitchFamily="18" charset="0"/>
                <a:ea typeface="Times New Roman" panose="02020603050405020304" pitchFamily="18" charset="0"/>
              </a:rPr>
              <a:t>Process description:</a:t>
            </a:r>
            <a:endParaRPr lang="en-IN" sz="2000" dirty="0">
              <a:latin typeface="Times New Roman" panose="02020603050405020304" pitchFamily="18" charset="0"/>
              <a:ea typeface="Times New Roman" panose="02020603050405020304" pitchFamily="18" charset="0"/>
            </a:endParaRPr>
          </a:p>
          <a:p>
            <a:pPr>
              <a:spcAft>
                <a:spcPts val="0"/>
              </a:spcAft>
            </a:pPr>
            <a:r>
              <a:rPr lang="en-US" sz="2000" b="1" dirty="0">
                <a:latin typeface="Times New Roman" panose="02020603050405020304" pitchFamily="18" charset="0"/>
                <a:ea typeface="Times New Roman" panose="02020603050405020304" pitchFamily="18" charset="0"/>
              </a:rPr>
              <a:t>Input data flows: </a:t>
            </a:r>
            <a:r>
              <a:rPr lang="en-US" sz="2000" dirty="0">
                <a:latin typeface="Times New Roman" panose="02020603050405020304" pitchFamily="18" charset="0"/>
                <a:ea typeface="Times New Roman" panose="02020603050405020304" pitchFamily="18" charset="0"/>
              </a:rPr>
              <a:t>New address</a:t>
            </a:r>
            <a:endParaRPr lang="en-IN" sz="2000" dirty="0">
              <a:latin typeface="Times New Roman" panose="02020603050405020304" pitchFamily="18" charset="0"/>
              <a:ea typeface="Times New Roman" panose="02020603050405020304" pitchFamily="18" charset="0"/>
            </a:endParaRPr>
          </a:p>
          <a:p>
            <a:pPr>
              <a:spcAft>
                <a:spcPts val="0"/>
              </a:spcAft>
            </a:pPr>
            <a:r>
              <a:rPr lang="en-US" sz="2000" b="1" dirty="0">
                <a:latin typeface="Times New Roman" panose="02020603050405020304" pitchFamily="18" charset="0"/>
                <a:ea typeface="Times New Roman" panose="02020603050405020304" pitchFamily="18" charset="0"/>
              </a:rPr>
              <a:t>Output data flows</a:t>
            </a:r>
            <a:r>
              <a:rPr lang="en-US" sz="2000" dirty="0">
                <a:latin typeface="Times New Roman" panose="02020603050405020304" pitchFamily="18" charset="0"/>
                <a:ea typeface="Times New Roman" panose="02020603050405020304" pitchFamily="18" charset="0"/>
              </a:rPr>
              <a:t>: Address modified</a:t>
            </a:r>
            <a:endParaRPr lang="en-IN" sz="2000" dirty="0">
              <a:latin typeface="Times New Roman" panose="02020603050405020304" pitchFamily="18" charset="0"/>
              <a:ea typeface="Times New Roman" panose="02020603050405020304" pitchFamily="18" charset="0"/>
            </a:endParaRPr>
          </a:p>
          <a:p>
            <a:pPr>
              <a:spcAft>
                <a:spcPts val="0"/>
              </a:spcAft>
            </a:pPr>
            <a:r>
              <a:rPr lang="en-US" sz="2000" b="1" dirty="0">
                <a:latin typeface="Times New Roman" panose="02020603050405020304" pitchFamily="18" charset="0"/>
                <a:ea typeface="Times New Roman" panose="02020603050405020304" pitchFamily="18" charset="0"/>
              </a:rPr>
              <a:t>For New address: </a:t>
            </a:r>
            <a:br>
              <a:rPr lang="en-US" sz="2000" b="1" dirty="0">
                <a:latin typeface="Times New Roman" panose="02020603050405020304" pitchFamily="18" charset="0"/>
                <a:ea typeface="Times New Roman" panose="02020603050405020304" pitchFamily="18" charset="0"/>
              </a:rPr>
            </a:br>
            <a:r>
              <a:rPr lang="en-US" sz="2000" dirty="0">
                <a:latin typeface="Times New Roman" panose="02020603050405020304" pitchFamily="18" charset="0"/>
                <a:ea typeface="Times New Roman" panose="02020603050405020304" pitchFamily="18" charset="0"/>
              </a:rPr>
              <a:t>if(New address == valid)</a:t>
            </a:r>
            <a:br>
              <a:rPr lang="en-US" sz="2000" dirty="0">
                <a:latin typeface="Times New Roman" panose="02020603050405020304" pitchFamily="18" charset="0"/>
                <a:ea typeface="Times New Roman" panose="02020603050405020304" pitchFamily="18" charset="0"/>
              </a:rPr>
            </a:br>
            <a:r>
              <a:rPr lang="en-US" sz="2000" b="1" dirty="0">
                <a:latin typeface="Times New Roman" panose="02020603050405020304" pitchFamily="18" charset="0"/>
                <a:ea typeface="Times New Roman" panose="02020603050405020304" pitchFamily="18" charset="0"/>
              </a:rPr>
              <a:t>Output: </a:t>
            </a:r>
            <a:r>
              <a:rPr lang="en-US" sz="2000" dirty="0">
                <a:latin typeface="Times New Roman" panose="02020603050405020304" pitchFamily="18" charset="0"/>
                <a:ea typeface="Times New Roman" panose="02020603050405020304" pitchFamily="18" charset="0"/>
              </a:rPr>
              <a:t>Address modified successfully..</a:t>
            </a:r>
            <a:br>
              <a:rPr lang="en-US" sz="2000" dirty="0">
                <a:latin typeface="Times New Roman" panose="02020603050405020304" pitchFamily="18" charset="0"/>
                <a:ea typeface="Times New Roman" panose="02020603050405020304" pitchFamily="18" charset="0"/>
              </a:rPr>
            </a:br>
            <a:r>
              <a:rPr lang="en-US" sz="2000" dirty="0">
                <a:latin typeface="Times New Roman" panose="02020603050405020304" pitchFamily="18" charset="0"/>
                <a:ea typeface="Times New Roman" panose="02020603050405020304" pitchFamily="18" charset="0"/>
              </a:rPr>
              <a:t>Else</a:t>
            </a:r>
            <a:br>
              <a:rPr lang="en-US" sz="2000" dirty="0">
                <a:latin typeface="Times New Roman" panose="02020603050405020304" pitchFamily="18" charset="0"/>
                <a:ea typeface="Times New Roman" panose="02020603050405020304" pitchFamily="18" charset="0"/>
              </a:rPr>
            </a:br>
            <a:r>
              <a:rPr lang="en-US" sz="2000" b="1" dirty="0">
                <a:latin typeface="Times New Roman" panose="02020603050405020304" pitchFamily="18" charset="0"/>
                <a:ea typeface="Times New Roman" panose="02020603050405020304" pitchFamily="18" charset="0"/>
              </a:rPr>
              <a:t>Output: </a:t>
            </a:r>
            <a:r>
              <a:rPr lang="en-US" sz="2000" dirty="0">
                <a:latin typeface="Times New Roman" panose="02020603050405020304" pitchFamily="18" charset="0"/>
                <a:ea typeface="Times New Roman" panose="02020603050405020304" pitchFamily="18" charset="0"/>
              </a:rPr>
              <a:t>Failed to modify address</a:t>
            </a:r>
            <a:br>
              <a:rPr lang="en-US" sz="2000" dirty="0">
                <a:latin typeface="Times New Roman" panose="02020603050405020304" pitchFamily="18" charset="0"/>
                <a:ea typeface="Times New Roman" panose="02020603050405020304" pitchFamily="18" charset="0"/>
              </a:rPr>
            </a:br>
            <a:r>
              <a:rPr lang="en-US" sz="2000" dirty="0">
                <a:latin typeface="Times New Roman" panose="02020603050405020304" pitchFamily="18" charset="0"/>
                <a:ea typeface="Times New Roman" panose="02020603050405020304" pitchFamily="18" charset="0"/>
              </a:rPr>
              <a:t>End If</a:t>
            </a:r>
            <a:endParaRPr lang="en-IN" sz="2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63738259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77006BA-9E1A-4B4F-9218-F271C217505A}"/>
              </a:ext>
            </a:extLst>
          </p:cNvPr>
          <p:cNvSpPr>
            <a:spLocks noGrp="1"/>
          </p:cNvSpPr>
          <p:nvPr>
            <p:ph type="sldNum" sz="quarter" idx="12"/>
          </p:nvPr>
        </p:nvSpPr>
        <p:spPr>
          <a:xfrm>
            <a:off x="10910783" y="6474632"/>
            <a:ext cx="1126543" cy="365125"/>
          </a:xfrm>
        </p:spPr>
        <p:txBody>
          <a:bodyPr/>
          <a:lstStyle/>
          <a:p>
            <a:r>
              <a:rPr lang="en-IN" b="1" dirty="0">
                <a:solidFill>
                  <a:schemeClr val="tx1"/>
                </a:solidFill>
                <a:latin typeface="Times New Roman" panose="02020603050405020304" pitchFamily="18" charset="0"/>
                <a:cs typeface="Times New Roman" panose="02020603050405020304" pitchFamily="18" charset="0"/>
              </a:rPr>
              <a:t>PG NO: </a:t>
            </a:r>
            <a:fld id="{B54A08B0-5A9A-4946-919B-A6856108856E}" type="slidenum">
              <a:rPr lang="en-IN" smtClean="0">
                <a:solidFill>
                  <a:schemeClr val="tx1"/>
                </a:solidFill>
              </a:rPr>
              <a:t>60</a:t>
            </a:fld>
            <a:endParaRPr lang="en-IN" dirty="0">
              <a:solidFill>
                <a:schemeClr val="tx1"/>
              </a:solidFill>
            </a:endParaRPr>
          </a:p>
        </p:txBody>
      </p:sp>
      <p:sp>
        <p:nvSpPr>
          <p:cNvPr id="3" name="Rectangle 2">
            <a:extLst>
              <a:ext uri="{FF2B5EF4-FFF2-40B4-BE49-F238E27FC236}">
                <a16:creationId xmlns:a16="http://schemas.microsoft.com/office/drawing/2014/main" id="{91859FDE-F147-4032-A548-D26626E2A8BE}"/>
              </a:ext>
            </a:extLst>
          </p:cNvPr>
          <p:cNvSpPr>
            <a:spLocks noChangeArrowheads="1"/>
          </p:cNvSpPr>
          <p:nvPr/>
        </p:nvSpPr>
        <p:spPr bwMode="auto">
          <a:xfrm>
            <a:off x="0" y="0"/>
            <a:ext cx="11928143" cy="20005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5.7. License Renewal</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This process explains how the license renewal application works online. User needs to apply to renew his existing driving license. After applying the renewal application stores in </a:t>
            </a:r>
            <a:r>
              <a:rPr kumimoji="0" lang="en-US" altLang="en-US" sz="2000" b="0" i="0" u="none" strike="noStrike" cap="none" normalizeH="0" baseline="0" dirty="0" err="1">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driving_license</a:t>
            </a: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table. After applying the user needs pay renewal charge which stores in payment table.  Admin will verify the license renewal application and he will verify/reject license renewal document.</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26625" name="Picture 9">
            <a:extLst>
              <a:ext uri="{FF2B5EF4-FFF2-40B4-BE49-F238E27FC236}">
                <a16:creationId xmlns:a16="http://schemas.microsoft.com/office/drawing/2014/main" id="{0023339C-B8B9-413E-96C1-CCD85E9F9E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06305" y="1676732"/>
            <a:ext cx="5734050" cy="4887842"/>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7FF203E8-08A4-438D-B1BD-044FF0756CD0}"/>
              </a:ext>
            </a:extLst>
          </p:cNvPr>
          <p:cNvSpPr>
            <a:spLocks noChangeArrowheads="1"/>
          </p:cNvSpPr>
          <p:nvPr/>
        </p:nvSpPr>
        <p:spPr bwMode="auto">
          <a:xfrm>
            <a:off x="0" y="93059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1793794676"/>
      </p:ext>
    </p:extLst>
  </p:cSld>
  <p:clrMapOvr>
    <a:masterClrMapping/>
  </p:clrMapOvr>
  <p:transition spd="slow">
    <p:wheel spokes="1"/>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77006BA-9E1A-4B4F-9218-F271C217505A}"/>
              </a:ext>
            </a:extLst>
          </p:cNvPr>
          <p:cNvSpPr>
            <a:spLocks noGrp="1"/>
          </p:cNvSpPr>
          <p:nvPr>
            <p:ph type="sldNum" sz="quarter" idx="12"/>
          </p:nvPr>
        </p:nvSpPr>
        <p:spPr>
          <a:xfrm>
            <a:off x="11143629" y="6483682"/>
            <a:ext cx="990065" cy="365125"/>
          </a:xfrm>
        </p:spPr>
        <p:txBody>
          <a:bodyPr/>
          <a:lstStyle/>
          <a:p>
            <a:r>
              <a:rPr lang="en-IN" b="1" dirty="0">
                <a:solidFill>
                  <a:schemeClr val="tx1"/>
                </a:solidFill>
                <a:latin typeface="Times New Roman" panose="02020603050405020304" pitchFamily="18" charset="0"/>
                <a:cs typeface="Times New Roman" panose="02020603050405020304" pitchFamily="18" charset="0"/>
              </a:rPr>
              <a:t>PG NO: </a:t>
            </a:r>
            <a:fld id="{B54A08B0-5A9A-4946-919B-A6856108856E}" type="slidenum">
              <a:rPr lang="en-IN" smtClean="0">
                <a:solidFill>
                  <a:schemeClr val="tx1"/>
                </a:solidFill>
              </a:rPr>
              <a:t>61</a:t>
            </a:fld>
            <a:endParaRPr lang="en-IN" dirty="0">
              <a:solidFill>
                <a:schemeClr val="tx1"/>
              </a:solidFill>
            </a:endParaRPr>
          </a:p>
        </p:txBody>
      </p:sp>
      <p:sp>
        <p:nvSpPr>
          <p:cNvPr id="3" name="Rectangle 2">
            <a:extLst>
              <a:ext uri="{FF2B5EF4-FFF2-40B4-BE49-F238E27FC236}">
                <a16:creationId xmlns:a16="http://schemas.microsoft.com/office/drawing/2014/main" id="{010BCC32-C258-4677-9E47-8CFC9DD817D1}"/>
              </a:ext>
            </a:extLst>
          </p:cNvPr>
          <p:cNvSpPr/>
          <p:nvPr/>
        </p:nvSpPr>
        <p:spPr>
          <a:xfrm>
            <a:off x="553338" y="374317"/>
            <a:ext cx="6096000" cy="6109365"/>
          </a:xfrm>
          <a:prstGeom prst="rect">
            <a:avLst/>
          </a:prstGeom>
        </p:spPr>
        <p:txBody>
          <a:bodyPr>
            <a:spAutoFit/>
          </a:bodyPr>
          <a:lstStyle/>
          <a:p>
            <a:pPr>
              <a:spcBef>
                <a:spcPts val="600"/>
              </a:spcBef>
              <a:spcAft>
                <a:spcPts val="0"/>
              </a:spcAft>
            </a:pPr>
            <a:r>
              <a:rPr lang="en-US" sz="2400" b="1" u="sng" dirty="0">
                <a:latin typeface="Times New Roman" panose="02020603050405020304" pitchFamily="18" charset="0"/>
                <a:ea typeface="Times New Roman" panose="02020603050405020304" pitchFamily="18" charset="0"/>
              </a:rPr>
              <a:t>Structured English</a:t>
            </a:r>
            <a:endParaRPr lang="en-IN" sz="1200" dirty="0">
              <a:latin typeface="Times New Roman" panose="02020603050405020304" pitchFamily="18" charset="0"/>
              <a:ea typeface="Times New Roman" panose="02020603050405020304" pitchFamily="18" charset="0"/>
            </a:endParaRPr>
          </a:p>
          <a:p>
            <a:pPr>
              <a:spcBef>
                <a:spcPts val="600"/>
              </a:spcBef>
              <a:spcAft>
                <a:spcPts val="0"/>
              </a:spcAft>
            </a:pPr>
            <a:r>
              <a:rPr lang="en-US" sz="2000" b="1" dirty="0">
                <a:latin typeface="Times New Roman" panose="02020603050405020304" pitchFamily="18" charset="0"/>
                <a:ea typeface="Times New Roman" panose="02020603050405020304" pitchFamily="18" charset="0"/>
              </a:rPr>
              <a:t>Flow chart for License renewal:</a:t>
            </a:r>
            <a:endParaRPr lang="en-IN" sz="1200" dirty="0">
              <a:latin typeface="Times New Roman" panose="02020603050405020304" pitchFamily="18" charset="0"/>
              <a:ea typeface="Times New Roman" panose="02020603050405020304" pitchFamily="18" charset="0"/>
            </a:endParaRPr>
          </a:p>
          <a:p>
            <a:pPr>
              <a:spcAft>
                <a:spcPts val="0"/>
              </a:spcAft>
            </a:pPr>
            <a:r>
              <a:rPr lang="en-US" dirty="0">
                <a:latin typeface="Times New Roman" panose="02020603050405020304" pitchFamily="18" charset="0"/>
                <a:ea typeface="Times New Roman" panose="02020603050405020304" pitchFamily="18" charset="0"/>
              </a:rPr>
              <a:t>Name:  Applying for license renewal, making payment</a:t>
            </a:r>
            <a:endParaRPr lang="en-IN" sz="1200" dirty="0">
              <a:latin typeface="Times New Roman" panose="02020603050405020304" pitchFamily="18" charset="0"/>
              <a:ea typeface="Times New Roman" panose="02020603050405020304" pitchFamily="18" charset="0"/>
            </a:endParaRPr>
          </a:p>
          <a:p>
            <a:pPr>
              <a:spcAft>
                <a:spcPts val="0"/>
              </a:spcAft>
            </a:pPr>
            <a:r>
              <a:rPr lang="en-US" b="1" dirty="0">
                <a:latin typeface="Times New Roman" panose="02020603050405020304" pitchFamily="18" charset="0"/>
                <a:ea typeface="Times New Roman" panose="02020603050405020304" pitchFamily="18" charset="0"/>
              </a:rPr>
              <a:t>Process description:</a:t>
            </a:r>
            <a:endParaRPr lang="en-IN" sz="1200" dirty="0">
              <a:latin typeface="Times New Roman" panose="02020603050405020304" pitchFamily="18" charset="0"/>
              <a:ea typeface="Times New Roman" panose="02020603050405020304" pitchFamily="18" charset="0"/>
            </a:endParaRPr>
          </a:p>
          <a:p>
            <a:pPr>
              <a:spcAft>
                <a:spcPts val="0"/>
              </a:spcAft>
            </a:pPr>
            <a:r>
              <a:rPr lang="en-US" b="1" dirty="0">
                <a:latin typeface="Times New Roman" panose="02020603050405020304" pitchFamily="18" charset="0"/>
                <a:ea typeface="Times New Roman" panose="02020603050405020304" pitchFamily="18" charset="0"/>
              </a:rPr>
              <a:t>Input data flows: </a:t>
            </a:r>
            <a:r>
              <a:rPr lang="en-US" dirty="0">
                <a:latin typeface="Times New Roman" panose="02020603050405020304" pitchFamily="18" charset="0"/>
                <a:ea typeface="Times New Roman" panose="02020603050405020304" pitchFamily="18" charset="0"/>
              </a:rPr>
              <a:t>License renewal detail, Renewal payment detail</a:t>
            </a:r>
            <a:endParaRPr lang="en-IN" sz="1200" dirty="0">
              <a:latin typeface="Times New Roman" panose="02020603050405020304" pitchFamily="18" charset="0"/>
              <a:ea typeface="Times New Roman" panose="02020603050405020304" pitchFamily="18" charset="0"/>
            </a:endParaRPr>
          </a:p>
          <a:p>
            <a:pPr>
              <a:spcAft>
                <a:spcPts val="0"/>
              </a:spcAft>
            </a:pPr>
            <a:r>
              <a:rPr lang="en-US" b="1" dirty="0">
                <a:latin typeface="Times New Roman" panose="02020603050405020304" pitchFamily="18" charset="0"/>
                <a:ea typeface="Times New Roman" panose="02020603050405020304" pitchFamily="18" charset="0"/>
              </a:rPr>
              <a:t>Output data flows</a:t>
            </a:r>
            <a:r>
              <a:rPr lang="en-US" dirty="0">
                <a:latin typeface="Times New Roman" panose="02020603050405020304" pitchFamily="18" charset="0"/>
                <a:ea typeface="Times New Roman" panose="02020603050405020304" pitchFamily="18" charset="0"/>
              </a:rPr>
              <a:t>: System stores learning license application details and payment details.</a:t>
            </a:r>
            <a:endParaRPr lang="en-IN" sz="1200" dirty="0">
              <a:latin typeface="Times New Roman" panose="02020603050405020304" pitchFamily="18" charset="0"/>
              <a:ea typeface="Times New Roman" panose="02020603050405020304" pitchFamily="18" charset="0"/>
            </a:endParaRPr>
          </a:p>
          <a:p>
            <a:pPr>
              <a:spcAft>
                <a:spcPts val="0"/>
              </a:spcAft>
            </a:pPr>
            <a:r>
              <a:rPr lang="en-US" b="1" dirty="0">
                <a:latin typeface="Times New Roman" panose="02020603050405020304" pitchFamily="18" charset="0"/>
                <a:ea typeface="Times New Roman" panose="02020603050405020304" pitchFamily="18" charset="0"/>
              </a:rPr>
              <a:t>For Learning license application record:</a:t>
            </a:r>
            <a:br>
              <a:rPr lang="en-US" b="1" dirty="0">
                <a:latin typeface="Times New Roman" panose="02020603050405020304" pitchFamily="18" charset="0"/>
                <a:ea typeface="Times New Roman" panose="02020603050405020304" pitchFamily="18" charset="0"/>
              </a:rPr>
            </a:br>
            <a:r>
              <a:rPr lang="en-US" dirty="0">
                <a:latin typeface="Times New Roman" panose="02020603050405020304" pitchFamily="18" charset="0"/>
                <a:ea typeface="Times New Roman" panose="02020603050405020304" pitchFamily="18" charset="0"/>
              </a:rPr>
              <a:t>If(renewal entry == valid)</a:t>
            </a:r>
            <a:br>
              <a:rPr lang="en-US" dirty="0">
                <a:latin typeface="Times New Roman" panose="02020603050405020304" pitchFamily="18" charset="0"/>
                <a:ea typeface="Times New Roman" panose="02020603050405020304" pitchFamily="18" charset="0"/>
              </a:rPr>
            </a:br>
            <a:r>
              <a:rPr lang="en-US" b="1" dirty="0">
                <a:latin typeface="Times New Roman" panose="02020603050405020304" pitchFamily="18" charset="0"/>
                <a:ea typeface="Times New Roman" panose="02020603050405020304" pitchFamily="18" charset="0"/>
              </a:rPr>
              <a:t>Output: </a:t>
            </a:r>
            <a:r>
              <a:rPr lang="en-US" dirty="0">
                <a:latin typeface="Times New Roman" panose="02020603050405020304" pitchFamily="18" charset="0"/>
                <a:ea typeface="Times New Roman" panose="02020603050405020304" pitchFamily="18" charset="0"/>
              </a:rPr>
              <a:t>Learning license record added successfully</a:t>
            </a:r>
            <a:br>
              <a:rPr lang="en-US" dirty="0">
                <a:latin typeface="Times New Roman" panose="02020603050405020304" pitchFamily="18" charset="0"/>
                <a:ea typeface="Times New Roman" panose="02020603050405020304" pitchFamily="18" charset="0"/>
              </a:rPr>
            </a:br>
            <a:r>
              <a:rPr lang="en-US" dirty="0">
                <a:latin typeface="Times New Roman" panose="02020603050405020304" pitchFamily="18" charset="0"/>
                <a:ea typeface="Times New Roman" panose="02020603050405020304" pitchFamily="18" charset="0"/>
              </a:rPr>
              <a:t>Else</a:t>
            </a:r>
            <a:br>
              <a:rPr lang="en-US" dirty="0">
                <a:latin typeface="Times New Roman" panose="02020603050405020304" pitchFamily="18" charset="0"/>
                <a:ea typeface="Times New Roman" panose="02020603050405020304" pitchFamily="18" charset="0"/>
              </a:rPr>
            </a:br>
            <a:r>
              <a:rPr lang="en-US" b="1" dirty="0">
                <a:latin typeface="Times New Roman" panose="02020603050405020304" pitchFamily="18" charset="0"/>
                <a:ea typeface="Times New Roman" panose="02020603050405020304" pitchFamily="18" charset="0"/>
              </a:rPr>
              <a:t>Output: </a:t>
            </a:r>
            <a:r>
              <a:rPr lang="en-US" dirty="0">
                <a:latin typeface="Times New Roman" panose="02020603050405020304" pitchFamily="18" charset="0"/>
                <a:ea typeface="Times New Roman" panose="02020603050405020304" pitchFamily="18" charset="0"/>
              </a:rPr>
              <a:t>Failed to insert Learning license record</a:t>
            </a:r>
            <a:br>
              <a:rPr lang="en-US" dirty="0">
                <a:latin typeface="Times New Roman" panose="02020603050405020304" pitchFamily="18" charset="0"/>
                <a:ea typeface="Times New Roman" panose="02020603050405020304" pitchFamily="18" charset="0"/>
              </a:rPr>
            </a:br>
            <a:r>
              <a:rPr lang="en-US" dirty="0">
                <a:latin typeface="Times New Roman" panose="02020603050405020304" pitchFamily="18" charset="0"/>
                <a:ea typeface="Times New Roman" panose="02020603050405020304" pitchFamily="18" charset="0"/>
              </a:rPr>
              <a:t>End If</a:t>
            </a:r>
            <a:endParaRPr lang="en-IN" sz="1200" dirty="0">
              <a:latin typeface="Times New Roman" panose="02020603050405020304" pitchFamily="18" charset="0"/>
              <a:ea typeface="Times New Roman" panose="02020603050405020304" pitchFamily="18" charset="0"/>
            </a:endParaRPr>
          </a:p>
          <a:p>
            <a:pPr>
              <a:spcAft>
                <a:spcPts val="0"/>
              </a:spcAft>
            </a:pPr>
            <a:r>
              <a:rPr lang="en-US" b="1" dirty="0">
                <a:latin typeface="Times New Roman" panose="02020603050405020304" pitchFamily="18" charset="0"/>
                <a:ea typeface="Times New Roman" panose="02020603050405020304" pitchFamily="18" charset="0"/>
              </a:rPr>
              <a:t>For payment record:</a:t>
            </a:r>
            <a:br>
              <a:rPr lang="en-US" b="1" dirty="0">
                <a:latin typeface="Times New Roman" panose="02020603050405020304" pitchFamily="18" charset="0"/>
                <a:ea typeface="Times New Roman" panose="02020603050405020304" pitchFamily="18" charset="0"/>
              </a:rPr>
            </a:br>
            <a:r>
              <a:rPr lang="en-US" dirty="0">
                <a:latin typeface="Times New Roman" panose="02020603050405020304" pitchFamily="18" charset="0"/>
                <a:ea typeface="Times New Roman" panose="02020603050405020304" pitchFamily="18" charset="0"/>
              </a:rPr>
              <a:t>If(payment details == valid)</a:t>
            </a:r>
            <a:br>
              <a:rPr lang="en-US" dirty="0">
                <a:latin typeface="Times New Roman" panose="02020603050405020304" pitchFamily="18" charset="0"/>
                <a:ea typeface="Times New Roman" panose="02020603050405020304" pitchFamily="18" charset="0"/>
              </a:rPr>
            </a:br>
            <a:r>
              <a:rPr lang="en-US" b="1" dirty="0">
                <a:latin typeface="Times New Roman" panose="02020603050405020304" pitchFamily="18" charset="0"/>
                <a:ea typeface="Times New Roman" panose="02020603050405020304" pitchFamily="18" charset="0"/>
              </a:rPr>
              <a:t>Output: </a:t>
            </a:r>
            <a:r>
              <a:rPr lang="en-US" dirty="0">
                <a:latin typeface="Times New Roman" panose="02020603050405020304" pitchFamily="18" charset="0"/>
                <a:ea typeface="Times New Roman" panose="02020603050405020304" pitchFamily="18" charset="0"/>
              </a:rPr>
              <a:t>Payment details added successfully</a:t>
            </a:r>
            <a:br>
              <a:rPr lang="en-US" dirty="0">
                <a:latin typeface="Times New Roman" panose="02020603050405020304" pitchFamily="18" charset="0"/>
                <a:ea typeface="Times New Roman" panose="02020603050405020304" pitchFamily="18" charset="0"/>
              </a:rPr>
            </a:br>
            <a:r>
              <a:rPr lang="en-US" dirty="0">
                <a:latin typeface="Times New Roman" panose="02020603050405020304" pitchFamily="18" charset="0"/>
                <a:ea typeface="Times New Roman" panose="02020603050405020304" pitchFamily="18" charset="0"/>
              </a:rPr>
              <a:t>Else</a:t>
            </a:r>
            <a:br>
              <a:rPr lang="en-US" dirty="0">
                <a:latin typeface="Times New Roman" panose="02020603050405020304" pitchFamily="18" charset="0"/>
                <a:ea typeface="Times New Roman" panose="02020603050405020304" pitchFamily="18" charset="0"/>
              </a:rPr>
            </a:br>
            <a:r>
              <a:rPr lang="en-US" b="1" dirty="0">
                <a:latin typeface="Times New Roman" panose="02020603050405020304" pitchFamily="18" charset="0"/>
                <a:ea typeface="Times New Roman" panose="02020603050405020304" pitchFamily="18" charset="0"/>
              </a:rPr>
              <a:t>Output: </a:t>
            </a:r>
            <a:r>
              <a:rPr lang="en-US" dirty="0">
                <a:latin typeface="Times New Roman" panose="02020603050405020304" pitchFamily="18" charset="0"/>
                <a:ea typeface="Times New Roman" panose="02020603050405020304" pitchFamily="18" charset="0"/>
              </a:rPr>
              <a:t>Failed to insert Payment record</a:t>
            </a:r>
            <a:br>
              <a:rPr lang="en-US" dirty="0">
                <a:latin typeface="Times New Roman" panose="02020603050405020304" pitchFamily="18" charset="0"/>
                <a:ea typeface="Times New Roman" panose="02020603050405020304" pitchFamily="18" charset="0"/>
              </a:rPr>
            </a:br>
            <a:r>
              <a:rPr lang="en-US" dirty="0">
                <a:latin typeface="Times New Roman" panose="02020603050405020304" pitchFamily="18" charset="0"/>
                <a:ea typeface="Times New Roman" panose="02020603050405020304" pitchFamily="18" charset="0"/>
              </a:rPr>
              <a:t>End If</a:t>
            </a:r>
            <a:endParaRPr lang="en-IN" sz="1200" dirty="0">
              <a:latin typeface="Times New Roman" panose="02020603050405020304" pitchFamily="18" charset="0"/>
              <a:ea typeface="Times New Roman" panose="02020603050405020304" pitchFamily="18" charset="0"/>
            </a:endParaRPr>
          </a:p>
          <a:p>
            <a:pPr>
              <a:spcAft>
                <a:spcPts val="0"/>
              </a:spcAft>
            </a:pPr>
            <a:r>
              <a:rPr lang="en-US" b="1" dirty="0">
                <a:latin typeface="Times New Roman" panose="02020603050405020304" pitchFamily="18" charset="0"/>
                <a:ea typeface="Times New Roman" panose="02020603050405020304" pitchFamily="18" charset="0"/>
              </a:rPr>
              <a:t> </a:t>
            </a:r>
            <a:endParaRPr lang="en-IN" sz="1200" dirty="0">
              <a:effectLst/>
              <a:latin typeface="Times New Roman" panose="02020603050405020304" pitchFamily="18" charset="0"/>
              <a:ea typeface="Times New Roman" panose="02020603050405020304" pitchFamily="18" charset="0"/>
            </a:endParaRPr>
          </a:p>
        </p:txBody>
      </p:sp>
      <p:cxnSp>
        <p:nvCxnSpPr>
          <p:cNvPr id="5" name="Straight Connector 4">
            <a:extLst>
              <a:ext uri="{FF2B5EF4-FFF2-40B4-BE49-F238E27FC236}">
                <a16:creationId xmlns:a16="http://schemas.microsoft.com/office/drawing/2014/main" id="{CA1D73EE-AA45-4614-BC59-A6CBA3427D62}"/>
              </a:ext>
            </a:extLst>
          </p:cNvPr>
          <p:cNvCxnSpPr/>
          <p:nvPr/>
        </p:nvCxnSpPr>
        <p:spPr>
          <a:xfrm>
            <a:off x="6649338" y="0"/>
            <a:ext cx="0" cy="6858000"/>
          </a:xfrm>
          <a:prstGeom prst="line">
            <a:avLst/>
          </a:prstGeom>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A635FBCF-7700-4893-9FFD-235136BCAA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81933" y="3265343"/>
            <a:ext cx="2563276" cy="1432419"/>
          </a:xfrm>
          <a:prstGeom prst="rect">
            <a:avLst/>
          </a:prstGeom>
        </p:spPr>
      </p:pic>
    </p:spTree>
    <p:extLst>
      <p:ext uri="{BB962C8B-B14F-4D97-AF65-F5344CB8AC3E}">
        <p14:creationId xmlns:p14="http://schemas.microsoft.com/office/powerpoint/2010/main" val="345992763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48C056A-5710-4425-9EED-85B05F48CCF5}"/>
              </a:ext>
            </a:extLst>
          </p:cNvPr>
          <p:cNvSpPr>
            <a:spLocks noGrp="1"/>
          </p:cNvSpPr>
          <p:nvPr>
            <p:ph type="title"/>
          </p:nvPr>
        </p:nvSpPr>
        <p:spPr>
          <a:xfrm>
            <a:off x="199662" y="268406"/>
            <a:ext cx="8596668" cy="1320800"/>
          </a:xfrm>
        </p:spPr>
        <p:txBody>
          <a:bodyPr/>
          <a:lstStyle/>
          <a:p>
            <a:r>
              <a:rPr lang="en-IN" dirty="0"/>
              <a:t>6.Conclusion:</a:t>
            </a:r>
          </a:p>
        </p:txBody>
      </p:sp>
      <p:sp>
        <p:nvSpPr>
          <p:cNvPr id="2" name="Slide Number Placeholder 1">
            <a:extLst>
              <a:ext uri="{FF2B5EF4-FFF2-40B4-BE49-F238E27FC236}">
                <a16:creationId xmlns:a16="http://schemas.microsoft.com/office/drawing/2014/main" id="{F77006BA-9E1A-4B4F-9218-F271C217505A}"/>
              </a:ext>
            </a:extLst>
          </p:cNvPr>
          <p:cNvSpPr>
            <a:spLocks noGrp="1"/>
          </p:cNvSpPr>
          <p:nvPr>
            <p:ph type="sldNum" sz="quarter" idx="12"/>
          </p:nvPr>
        </p:nvSpPr>
        <p:spPr>
          <a:xfrm>
            <a:off x="11209106" y="6396204"/>
            <a:ext cx="908179" cy="365125"/>
          </a:xfrm>
        </p:spPr>
        <p:txBody>
          <a:bodyPr/>
          <a:lstStyle/>
          <a:p>
            <a:r>
              <a:rPr lang="en-IN" b="1" dirty="0">
                <a:solidFill>
                  <a:schemeClr val="tx1"/>
                </a:solidFill>
                <a:latin typeface="Times New Roman" panose="02020603050405020304" pitchFamily="18" charset="0"/>
                <a:cs typeface="Times New Roman" panose="02020603050405020304" pitchFamily="18" charset="0"/>
              </a:rPr>
              <a:t>PG NO: </a:t>
            </a:r>
            <a:fld id="{B54A08B0-5A9A-4946-919B-A6856108856E}" type="slidenum">
              <a:rPr lang="en-IN" smtClean="0">
                <a:solidFill>
                  <a:schemeClr val="tx1"/>
                </a:solidFill>
              </a:rPr>
              <a:t>62</a:t>
            </a:fld>
            <a:endParaRPr lang="en-IN" dirty="0">
              <a:solidFill>
                <a:schemeClr val="tx1"/>
              </a:solidFill>
            </a:endParaRPr>
          </a:p>
        </p:txBody>
      </p:sp>
      <p:sp>
        <p:nvSpPr>
          <p:cNvPr id="4" name="Rectangle 3">
            <a:extLst>
              <a:ext uri="{FF2B5EF4-FFF2-40B4-BE49-F238E27FC236}">
                <a16:creationId xmlns:a16="http://schemas.microsoft.com/office/drawing/2014/main" id="{9E716B7F-F2BF-4661-ABC2-9AC0916053B9}"/>
              </a:ext>
            </a:extLst>
          </p:cNvPr>
          <p:cNvSpPr/>
          <p:nvPr/>
        </p:nvSpPr>
        <p:spPr>
          <a:xfrm>
            <a:off x="382138" y="883615"/>
            <a:ext cx="8208525" cy="1938992"/>
          </a:xfrm>
          <a:prstGeom prst="rect">
            <a:avLst/>
          </a:prstGeom>
        </p:spPr>
        <p:txBody>
          <a:bodyPr wrap="square">
            <a:spAutoFit/>
          </a:bodyPr>
          <a:lstStyle/>
          <a:p>
            <a:pPr marL="228600" indent="-457200" algn="just">
              <a:spcBef>
                <a:spcPts val="1200"/>
              </a:spcBef>
              <a:spcAft>
                <a:spcPts val="0"/>
              </a:spcAft>
            </a:pPr>
            <a:r>
              <a:rPr lang="en-US" sz="2000" dirty="0">
                <a:latin typeface="Times New Roman" panose="02020603050405020304" pitchFamily="18" charset="0"/>
                <a:ea typeface="Times New Roman" panose="02020603050405020304" pitchFamily="18" charset="0"/>
              </a:rPr>
              <a:t>The following subsections provide complete overview of the Documentation for the product “RTO Management system”. For the rest of the document, we first define the overall product. Then, we give the external interface requirements, followed by a brief description of the product components and features. In the last section, we have provided the non-functional requirements of the product. This Time we are presenting the Product</a:t>
            </a:r>
            <a:endParaRPr lang="en-IN" sz="2000" dirty="0"/>
          </a:p>
        </p:txBody>
      </p:sp>
    </p:spTree>
    <p:extLst>
      <p:ext uri="{BB962C8B-B14F-4D97-AF65-F5344CB8AC3E}">
        <p14:creationId xmlns:p14="http://schemas.microsoft.com/office/powerpoint/2010/main" val="79620113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4482E1D-B3AF-40B7-89B0-D3517220E7F2}"/>
              </a:ext>
            </a:extLst>
          </p:cNvPr>
          <p:cNvSpPr/>
          <p:nvPr/>
        </p:nvSpPr>
        <p:spPr>
          <a:xfrm>
            <a:off x="2013180" y="2366833"/>
            <a:ext cx="6816921" cy="923330"/>
          </a:xfrm>
          <a:prstGeom prst="rect">
            <a:avLst/>
          </a:prstGeom>
          <a:noFill/>
        </p:spPr>
        <p:txBody>
          <a:bodyPr wrap="square" lIns="91440" tIns="45720" rIns="91440" bIns="45720">
            <a:spAutoFit/>
          </a:bodyPr>
          <a:lstStyle/>
          <a:p>
            <a:pPr algn="ctr"/>
            <a:r>
              <a:rPr lang="en-IN" sz="54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Times New Roman" panose="02020603050405020304" pitchFamily="18" charset="0"/>
                <a:ea typeface="Calibri" panose="020F0502020204030204" pitchFamily="34" charset="0"/>
                <a:cs typeface="Times New Roman" panose="02020603050405020304" pitchFamily="18" charset="0"/>
              </a:rPr>
              <a:t>The End</a:t>
            </a:r>
            <a:endParaRPr lang="en-IN" sz="54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endParaRPr>
          </a:p>
        </p:txBody>
      </p:sp>
      <p:sp>
        <p:nvSpPr>
          <p:cNvPr id="4" name="Slide Number Placeholder 3">
            <a:extLst>
              <a:ext uri="{FF2B5EF4-FFF2-40B4-BE49-F238E27FC236}">
                <a16:creationId xmlns:a16="http://schemas.microsoft.com/office/drawing/2014/main" id="{9DBEDFE7-3FA1-4441-B0B8-6148034D9CD1}"/>
              </a:ext>
            </a:extLst>
          </p:cNvPr>
          <p:cNvSpPr>
            <a:spLocks noGrp="1"/>
          </p:cNvSpPr>
          <p:nvPr>
            <p:ph type="sldNum" sz="quarter" idx="12"/>
          </p:nvPr>
        </p:nvSpPr>
        <p:spPr>
          <a:xfrm>
            <a:off x="11041040" y="6246079"/>
            <a:ext cx="935220" cy="365125"/>
          </a:xfrm>
        </p:spPr>
        <p:txBody>
          <a:bodyPr/>
          <a:lstStyle/>
          <a:p>
            <a:r>
              <a:rPr lang="en-IN" sz="1050" b="1" dirty="0">
                <a:solidFill>
                  <a:schemeClr val="tx1">
                    <a:lumMod val="95000"/>
                    <a:lumOff val="5000"/>
                  </a:schemeClr>
                </a:solidFill>
                <a:latin typeface="Times New Roman" panose="02020603050405020304" pitchFamily="18" charset="0"/>
                <a:cs typeface="Times New Roman" panose="02020603050405020304" pitchFamily="18" charset="0"/>
              </a:rPr>
              <a:t>PG NO:</a:t>
            </a:r>
            <a:fld id="{B54A08B0-5A9A-4946-919B-A6856108856E}" type="slidenum">
              <a:rPr lang="en-IN" sz="1050" b="1" smtClean="0">
                <a:solidFill>
                  <a:schemeClr val="tx1">
                    <a:lumMod val="95000"/>
                    <a:lumOff val="5000"/>
                  </a:schemeClr>
                </a:solidFill>
                <a:latin typeface="Times New Roman" panose="02020603050405020304" pitchFamily="18" charset="0"/>
                <a:cs typeface="Times New Roman" panose="02020603050405020304" pitchFamily="18" charset="0"/>
              </a:rPr>
              <a:t>63</a:t>
            </a:fld>
            <a:endParaRPr lang="en-IN" sz="105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53435219"/>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62000"/>
            <a:lum/>
          </a:blip>
          <a:srcRect/>
          <a:stretch>
            <a:fillRect l="-17000" r="-17000"/>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4482E1D-B3AF-40B7-89B0-D3517220E7F2}"/>
              </a:ext>
            </a:extLst>
          </p:cNvPr>
          <p:cNvSpPr/>
          <p:nvPr/>
        </p:nvSpPr>
        <p:spPr>
          <a:xfrm>
            <a:off x="1753872" y="4796134"/>
            <a:ext cx="6816921" cy="923330"/>
          </a:xfrm>
          <a:prstGeom prst="rect">
            <a:avLst/>
          </a:prstGeom>
          <a:noFill/>
        </p:spPr>
        <p:txBody>
          <a:bodyPr wrap="square" lIns="91440" tIns="45720" rIns="91440" bIns="45720">
            <a:spAutoFit/>
          </a:bodyPr>
          <a:lstStyle/>
          <a:p>
            <a:pPr algn="ctr"/>
            <a:r>
              <a:rPr lang="en-IN" sz="54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Times New Roman" panose="02020603050405020304" pitchFamily="18" charset="0"/>
                <a:ea typeface="Calibri" panose="020F0502020204030204" pitchFamily="34" charset="0"/>
                <a:cs typeface="Times New Roman" panose="02020603050405020304" pitchFamily="18" charset="0"/>
              </a:rPr>
              <a:t>THANK YOU MAM</a:t>
            </a:r>
            <a:endParaRPr lang="en-IN" sz="54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endParaRPr>
          </a:p>
        </p:txBody>
      </p:sp>
      <p:sp>
        <p:nvSpPr>
          <p:cNvPr id="4" name="Slide Number Placeholder 3">
            <a:extLst>
              <a:ext uri="{FF2B5EF4-FFF2-40B4-BE49-F238E27FC236}">
                <a16:creationId xmlns:a16="http://schemas.microsoft.com/office/drawing/2014/main" id="{9DBEDFE7-3FA1-4441-B0B8-6148034D9CD1}"/>
              </a:ext>
            </a:extLst>
          </p:cNvPr>
          <p:cNvSpPr>
            <a:spLocks noGrp="1"/>
          </p:cNvSpPr>
          <p:nvPr>
            <p:ph type="sldNum" sz="quarter" idx="12"/>
          </p:nvPr>
        </p:nvSpPr>
        <p:spPr>
          <a:xfrm>
            <a:off x="11041040" y="6246079"/>
            <a:ext cx="935220" cy="365125"/>
          </a:xfrm>
        </p:spPr>
        <p:txBody>
          <a:bodyPr/>
          <a:lstStyle/>
          <a:p>
            <a:r>
              <a:rPr lang="en-IN" sz="1050" b="1" dirty="0">
                <a:solidFill>
                  <a:schemeClr val="tx1">
                    <a:lumMod val="95000"/>
                    <a:lumOff val="5000"/>
                  </a:schemeClr>
                </a:solidFill>
                <a:latin typeface="Times New Roman" panose="02020603050405020304" pitchFamily="18" charset="0"/>
                <a:cs typeface="Times New Roman" panose="02020603050405020304" pitchFamily="18" charset="0"/>
              </a:rPr>
              <a:t>PG NO:</a:t>
            </a:r>
            <a:fld id="{B54A08B0-5A9A-4946-919B-A6856108856E}" type="slidenum">
              <a:rPr lang="en-IN" sz="1050" b="1" smtClean="0">
                <a:solidFill>
                  <a:schemeClr val="tx1">
                    <a:lumMod val="95000"/>
                    <a:lumOff val="5000"/>
                  </a:schemeClr>
                </a:solidFill>
                <a:latin typeface="Times New Roman" panose="02020603050405020304" pitchFamily="18" charset="0"/>
                <a:cs typeface="Times New Roman" panose="02020603050405020304" pitchFamily="18" charset="0"/>
              </a:rPr>
              <a:t>64</a:t>
            </a:fld>
            <a:endParaRPr lang="en-IN" sz="105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2949675"/>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470</TotalTime>
  <Words>6177</Words>
  <Application>Microsoft Office PowerPoint</Application>
  <PresentationFormat>Widescreen</PresentationFormat>
  <Paragraphs>1090</Paragraphs>
  <Slides>64</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64</vt:i4>
      </vt:variant>
    </vt:vector>
  </HeadingPairs>
  <TitlesOfParts>
    <vt:vector size="74" baseType="lpstr">
      <vt:lpstr>Arial</vt:lpstr>
      <vt:lpstr>Calibri</vt:lpstr>
      <vt:lpstr>Calibri Light</vt:lpstr>
      <vt:lpstr>Courier New</vt:lpstr>
      <vt:lpstr>Symbol</vt:lpstr>
      <vt:lpstr>Times New Roman</vt:lpstr>
      <vt:lpstr>Trebuchet MS</vt:lpstr>
      <vt:lpstr>Wingdings</vt:lpstr>
      <vt:lpstr>Wingdings 3</vt:lpstr>
      <vt:lpstr>Facet</vt:lpstr>
      <vt:lpstr>PowerPoint Presentation</vt:lpstr>
      <vt:lpstr>       INDEX</vt:lpstr>
      <vt:lpstr>       INDEX</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INDEX</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6.Conclusion: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vijay kumar</dc:creator>
  <cp:lastModifiedBy>Aravinda mv</cp:lastModifiedBy>
  <cp:revision>46</cp:revision>
  <dcterms:created xsi:type="dcterms:W3CDTF">2019-01-15T08:58:16Z</dcterms:created>
  <dcterms:modified xsi:type="dcterms:W3CDTF">2021-07-30T17:54:06Z</dcterms:modified>
</cp:coreProperties>
</file>